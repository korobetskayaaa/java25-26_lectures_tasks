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6" r:id="rId4"/>
  </p:sldMasterIdLst>
  <p:sldIdLst>
    <p:sldId id="256" r:id="rId5"/>
    <p:sldId id="259" r:id="rId6"/>
    <p:sldId id="260" r:id="rId7"/>
    <p:sldId id="261" r:id="rId8"/>
    <p:sldId id="262" r:id="rId9"/>
    <p:sldId id="269" r:id="rId10"/>
    <p:sldId id="263" r:id="rId11"/>
    <p:sldId id="265" r:id="rId12"/>
    <p:sldId id="267" r:id="rId13"/>
    <p:sldId id="268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0617A0F-7F67-4257-AB40-5F746527CA12}">
          <p14:sldIdLst>
            <p14:sldId id="256"/>
            <p14:sldId id="259"/>
            <p14:sldId id="260"/>
            <p14:sldId id="261"/>
            <p14:sldId id="262"/>
            <p14:sldId id="269"/>
            <p14:sldId id="263"/>
            <p14:sldId id="265"/>
            <p14:sldId id="267"/>
            <p14:sldId id="268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9933"/>
    <a:srgbClr val="41B3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26E9E-C9C9-4216-98D0-52E8E7C2E0E4}" v="54" dt="2022-11-07T11:11:56.381"/>
    <p1510:client id="{D305E02F-D4CB-40EF-8E11-6F1F8A188380}" v="2" dt="2022-11-07T11:58:18.3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122" autoAdjust="0"/>
  </p:normalViewPr>
  <p:slideViewPr>
    <p:cSldViewPr snapToGrid="0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астасия Коробецкая" userId="9fe37188-348c-49f0-8008-a466955ee907" providerId="ADAL" clId="{B2726E9E-C9C9-4216-98D0-52E8E7C2E0E4}"/>
    <pc:docChg chg="undo custSel addSld modSld sldOrd modMainMaster">
      <pc:chgData name="Анастасия Коробецкая" userId="9fe37188-348c-49f0-8008-a466955ee907" providerId="ADAL" clId="{B2726E9E-C9C9-4216-98D0-52E8E7C2E0E4}" dt="2022-11-07T11:22:31.036" v="1324" actId="1076"/>
      <pc:docMkLst>
        <pc:docMk/>
      </pc:docMkLst>
      <pc:sldChg chg="modSp new mod">
        <pc:chgData name="Анастасия Коробецкая" userId="9fe37188-348c-49f0-8008-a466955ee907" providerId="ADAL" clId="{B2726E9E-C9C9-4216-98D0-52E8E7C2E0E4}" dt="2022-11-07T10:32:19.610" v="28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B2726E9E-C9C9-4216-98D0-52E8E7C2E0E4}" dt="2022-11-07T10:32:19.610" v="28"/>
          <ac:spMkLst>
            <pc:docMk/>
            <pc:sldMk cId="193178965" sldId="256"/>
            <ac:spMk id="3" creationId="{2971B750-910B-6CB3-B4F5-4179D6B00F05}"/>
          </ac:spMkLst>
        </pc:spChg>
      </pc:sldChg>
      <pc:sldChg chg="addSp modSp new mod">
        <pc:chgData name="Анастасия Коробецкая" userId="9fe37188-348c-49f0-8008-a466955ee907" providerId="ADAL" clId="{B2726E9E-C9C9-4216-98D0-52E8E7C2E0E4}" dt="2022-11-07T10:39:52.715" v="177" actId="13240"/>
        <pc:sldMkLst>
          <pc:docMk/>
          <pc:sldMk cId="3209408932" sldId="257"/>
        </pc:sldMkLst>
        <pc:spChg chg="mod">
          <ac:chgData name="Анастасия Коробецкая" userId="9fe37188-348c-49f0-8008-a466955ee907" providerId="ADAL" clId="{B2726E9E-C9C9-4216-98D0-52E8E7C2E0E4}" dt="2022-11-07T10:36:07.506" v="61" actId="20577"/>
          <ac:spMkLst>
            <pc:docMk/>
            <pc:sldMk cId="3209408932" sldId="257"/>
            <ac:spMk id="2" creationId="{3ED89B6E-5D4A-F8EB-A984-58654302BC66}"/>
          </ac:spMkLst>
        </pc:spChg>
        <pc:graphicFrameChg chg="add mod modGraphic">
          <ac:chgData name="Анастасия Коробецкая" userId="9fe37188-348c-49f0-8008-a466955ee907" providerId="ADAL" clId="{B2726E9E-C9C9-4216-98D0-52E8E7C2E0E4}" dt="2022-11-07T10:39:52.715" v="177" actId="13240"/>
          <ac:graphicFrameMkLst>
            <pc:docMk/>
            <pc:sldMk cId="3209408932" sldId="257"/>
            <ac:graphicFrameMk id="3" creationId="{E49C3C8C-4A88-910A-8930-6F7449E44D89}"/>
          </ac:graphicFrameMkLst>
        </pc:graphicFrameChg>
      </pc:sldChg>
      <pc:sldChg chg="modSp new mod">
        <pc:chgData name="Анастасия Коробецкая" userId="9fe37188-348c-49f0-8008-a466955ee907" providerId="ADAL" clId="{B2726E9E-C9C9-4216-98D0-52E8E7C2E0E4}" dt="2022-11-07T10:58:40.635" v="525" actId="20577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B2726E9E-C9C9-4216-98D0-52E8E7C2E0E4}" dt="2022-11-07T10:40:11.421" v="191" actId="20577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B2726E9E-C9C9-4216-98D0-52E8E7C2E0E4}" dt="2022-11-07T10:58:40.635" v="525" actId="20577"/>
          <ac:spMkLst>
            <pc:docMk/>
            <pc:sldMk cId="4205047303" sldId="258"/>
            <ac:spMk id="3" creationId="{46C3A537-A53C-DA04-6D6C-E605E2CC9BE6}"/>
          </ac:spMkLst>
        </pc:spChg>
      </pc:sldChg>
      <pc:sldChg chg="modSp new mod ord">
        <pc:chgData name="Анастасия Коробецкая" userId="9fe37188-348c-49f0-8008-a466955ee907" providerId="ADAL" clId="{B2726E9E-C9C9-4216-98D0-52E8E7C2E0E4}" dt="2022-11-07T11:04:31.772" v="670"/>
        <pc:sldMkLst>
          <pc:docMk/>
          <pc:sldMk cId="178578277" sldId="259"/>
        </pc:sldMkLst>
        <pc:spChg chg="mod">
          <ac:chgData name="Анастасия Коробецкая" userId="9fe37188-348c-49f0-8008-a466955ee907" providerId="ADAL" clId="{B2726E9E-C9C9-4216-98D0-52E8E7C2E0E4}" dt="2022-11-07T10:42:48.996" v="441" actId="20577"/>
          <ac:spMkLst>
            <pc:docMk/>
            <pc:sldMk cId="178578277" sldId="259"/>
            <ac:spMk id="2" creationId="{7052A7CF-7896-AD79-48C0-128AEE84B3D3}"/>
          </ac:spMkLst>
        </pc:spChg>
        <pc:spChg chg="mod">
          <ac:chgData name="Анастасия Коробецкая" userId="9fe37188-348c-49f0-8008-a466955ee907" providerId="ADAL" clId="{B2726E9E-C9C9-4216-98D0-52E8E7C2E0E4}" dt="2022-11-07T11:00:32.228" v="547"/>
          <ac:spMkLst>
            <pc:docMk/>
            <pc:sldMk cId="178578277" sldId="259"/>
            <ac:spMk id="3" creationId="{7D81D21E-F427-8C17-76B7-8CB2241926A3}"/>
          </ac:spMkLst>
        </pc:spChg>
      </pc:sldChg>
      <pc:sldChg chg="addSp delSp modSp new mod ord">
        <pc:chgData name="Анастасия Коробецкая" userId="9fe37188-348c-49f0-8008-a466955ee907" providerId="ADAL" clId="{B2726E9E-C9C9-4216-98D0-52E8E7C2E0E4}" dt="2022-11-07T11:22:31.036" v="1324" actId="1076"/>
        <pc:sldMkLst>
          <pc:docMk/>
          <pc:sldMk cId="2993561717" sldId="260"/>
        </pc:sldMkLst>
        <pc:spChg chg="mod">
          <ac:chgData name="Анастасия Коробецкая" userId="9fe37188-348c-49f0-8008-a466955ee907" providerId="ADAL" clId="{B2726E9E-C9C9-4216-98D0-52E8E7C2E0E4}" dt="2022-11-07T11:04:35.324" v="678" actId="20577"/>
          <ac:spMkLst>
            <pc:docMk/>
            <pc:sldMk cId="2993561717" sldId="260"/>
            <ac:spMk id="2" creationId="{858339BC-34CA-72E0-BF21-A0FE847337E9}"/>
          </ac:spMkLst>
        </pc:spChg>
        <pc:spChg chg="del mod">
          <ac:chgData name="Анастасия Коробецкая" userId="9fe37188-348c-49f0-8008-a466955ee907" providerId="ADAL" clId="{B2726E9E-C9C9-4216-98D0-52E8E7C2E0E4}" dt="2022-11-07T11:07:03.504" v="742" actId="3680"/>
          <ac:spMkLst>
            <pc:docMk/>
            <pc:sldMk cId="2993561717" sldId="260"/>
            <ac:spMk id="3" creationId="{55F5D6DA-6FB1-032A-67B7-DCF23C3270B5}"/>
          </ac:spMkLst>
        </pc:spChg>
        <pc:spChg chg="add mod">
          <ac:chgData name="Анастасия Коробецкая" userId="9fe37188-348c-49f0-8008-a466955ee907" providerId="ADAL" clId="{B2726E9E-C9C9-4216-98D0-52E8E7C2E0E4}" dt="2022-11-07T11:16:51.660" v="1323" actId="1076"/>
          <ac:spMkLst>
            <pc:docMk/>
            <pc:sldMk cId="2993561717" sldId="260"/>
            <ac:spMk id="5" creationId="{BB3613A7-A70C-ECB0-C617-8A06E15464B4}"/>
          </ac:spMkLst>
        </pc:spChg>
        <pc:graphicFrameChg chg="add mod ord modGraphic">
          <ac:chgData name="Анастасия Коробецкая" userId="9fe37188-348c-49f0-8008-a466955ee907" providerId="ADAL" clId="{B2726E9E-C9C9-4216-98D0-52E8E7C2E0E4}" dt="2022-11-07T11:22:31.036" v="1324" actId="1076"/>
          <ac:graphicFrameMkLst>
            <pc:docMk/>
            <pc:sldMk cId="2993561717" sldId="260"/>
            <ac:graphicFrameMk id="4" creationId="{78C68678-741D-9B7C-4BFC-2369E33C4185}"/>
          </ac:graphicFrameMkLst>
        </pc:graphicFrameChg>
      </pc:sldChg>
      <pc:sldChg chg="modSp add mod ord">
        <pc:chgData name="Анастасия Коробецкая" userId="9fe37188-348c-49f0-8008-a466955ee907" providerId="ADAL" clId="{B2726E9E-C9C9-4216-98D0-52E8E7C2E0E4}" dt="2022-11-07T11:03:54.787" v="666" actId="20577"/>
        <pc:sldMkLst>
          <pc:docMk/>
          <pc:sldMk cId="3837016682" sldId="407"/>
        </pc:sldMkLst>
        <pc:spChg chg="mod">
          <ac:chgData name="Анастасия Коробецкая" userId="9fe37188-348c-49f0-8008-a466955ee907" providerId="ADAL" clId="{B2726E9E-C9C9-4216-98D0-52E8E7C2E0E4}" dt="2022-11-07T11:01:02.611" v="554" actId="6549"/>
          <ac:spMkLst>
            <pc:docMk/>
            <pc:sldMk cId="3837016682" sldId="407"/>
            <ac:spMk id="2" creationId="{C70F69D1-278D-4D18-862B-C0371269EE70}"/>
          </ac:spMkLst>
        </pc:spChg>
        <pc:spChg chg="mod">
          <ac:chgData name="Анастасия Коробецкая" userId="9fe37188-348c-49f0-8008-a466955ee907" providerId="ADAL" clId="{B2726E9E-C9C9-4216-98D0-52E8E7C2E0E4}" dt="2022-11-07T11:03:54.787" v="666" actId="20577"/>
          <ac:spMkLst>
            <pc:docMk/>
            <pc:sldMk cId="3837016682" sldId="407"/>
            <ac:spMk id="3" creationId="{2D13F0D0-1795-44DF-A120-ABCD5E931AB3}"/>
          </ac:spMkLst>
        </pc:spChg>
      </pc:sldChg>
      <pc:sldMasterChg chg="modSp mod setBg modSldLayout">
        <pc:chgData name="Анастасия Коробецкая" userId="9fe37188-348c-49f0-8008-a466955ee907" providerId="ADAL" clId="{B2726E9E-C9C9-4216-98D0-52E8E7C2E0E4}" dt="2022-11-07T10:35:25.591" v="51" actId="207"/>
        <pc:sldMasterMkLst>
          <pc:docMk/>
          <pc:sldMasterMk cId="4166940761" sldId="2147483896"/>
        </pc:sldMasterMkLst>
        <pc:spChg chg="mod">
          <ac:chgData name="Анастасия Коробецкая" userId="9fe37188-348c-49f0-8008-a466955ee907" providerId="ADAL" clId="{B2726E9E-C9C9-4216-98D0-52E8E7C2E0E4}" dt="2022-11-07T10:35:25.591" v="51" actId="207"/>
          <ac:spMkLst>
            <pc:docMk/>
            <pc:sldMasterMk cId="4166940761" sldId="2147483896"/>
            <ac:spMk id="2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5:02.098" v="50" actId="404"/>
          <ac:spMkLst>
            <pc:docMk/>
            <pc:sldMasterMk cId="4166940761" sldId="2147483896"/>
            <ac:spMk id="3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4.998" v="41" actId="1076"/>
          <ac:spMkLst>
            <pc:docMk/>
            <pc:sldMasterMk cId="4166940761" sldId="2147483896"/>
            <ac:spMk id="4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48.060" v="42" actId="14100"/>
          <ac:spMkLst>
            <pc:docMk/>
            <pc:sldMasterMk cId="4166940761" sldId="2147483896"/>
            <ac:spMk id="5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4:56.171" v="47" actId="403"/>
          <ac:spMkLst>
            <pc:docMk/>
            <pc:sldMasterMk cId="4166940761" sldId="2147483896"/>
            <ac:spMk id="6" creationId="{00000000-0000-0000-0000-000000000000}"/>
          </ac:spMkLst>
        </pc:spChg>
        <pc:spChg chg="mod">
          <ac:chgData name="Анастасия Коробецкая" userId="9fe37188-348c-49f0-8008-a466955ee907" providerId="ADAL" clId="{B2726E9E-C9C9-4216-98D0-52E8E7C2E0E4}" dt="2022-11-07T10:33:31.651" v="34" actId="14100"/>
          <ac:spMkLst>
            <pc:docMk/>
            <pc:sldMasterMk cId="4166940761" sldId="2147483896"/>
            <ac:spMk id="7" creationId="{00000000-0000-0000-0000-000000000000}"/>
          </ac:spMkLst>
        </pc:sp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3556944555" sldId="2147483897"/>
          </pc:sldLayoutMkLst>
        </pc:sldLayoutChg>
        <pc:sldLayoutChg chg="setBg">
          <pc:chgData name="Анастасия Коробецкая" userId="9fe37188-348c-49f0-8008-a466955ee907" providerId="ADAL" clId="{B2726E9E-C9C9-4216-98D0-52E8E7C2E0E4}" dt="2022-11-07T10:32:55.522" v="29"/>
          <pc:sldLayoutMkLst>
            <pc:docMk/>
            <pc:sldMasterMk cId="4166940761" sldId="2147483896"/>
            <pc:sldLayoutMk cId="4201331276" sldId="2147483899"/>
          </pc:sldLayoutMkLst>
        </pc:sldLayoutChg>
      </pc:sldMasterChg>
    </pc:docChg>
  </pc:docChgLst>
  <pc:docChgLst>
    <pc:chgData name="Анастасия Коробецкая" userId="9fe37188-348c-49f0-8008-a466955ee907" providerId="ADAL" clId="{D305E02F-D4CB-40EF-8E11-6F1F8A188380}"/>
    <pc:docChg chg="undo custSel delSld modSld addMainMaster delMainMaster modMainMaster">
      <pc:chgData name="Анастасия Коробецкая" userId="9fe37188-348c-49f0-8008-a466955ee907" providerId="ADAL" clId="{D305E02F-D4CB-40EF-8E11-6F1F8A188380}" dt="2022-11-07T12:02:36.127" v="40" actId="20577"/>
      <pc:docMkLst>
        <pc:docMk/>
      </pc:docMkLst>
      <pc:sldChg chg="modSp mod">
        <pc:chgData name="Анастасия Коробецкая" userId="9fe37188-348c-49f0-8008-a466955ee907" providerId="ADAL" clId="{D305E02F-D4CB-40EF-8E11-6F1F8A188380}" dt="2022-11-07T11:56:50.954" v="16" actId="20577"/>
        <pc:sldMkLst>
          <pc:docMk/>
          <pc:sldMk cId="193178965" sldId="256"/>
        </pc:sldMkLst>
        <pc:spChg chg="mod">
          <ac:chgData name="Анастасия Коробецкая" userId="9fe37188-348c-49f0-8008-a466955ee907" providerId="ADAL" clId="{D305E02F-D4CB-40EF-8E11-6F1F8A188380}" dt="2022-11-07T11:56:50.954" v="16" actId="20577"/>
          <ac:spMkLst>
            <pc:docMk/>
            <pc:sldMk cId="193178965" sldId="256"/>
            <ac:spMk id="2" creationId="{0BA106B5-F56B-E118-4C2E-85FA4FDACD3A}"/>
          </ac:spMkLst>
        </pc:spChg>
        <pc:spChg chg="mod">
          <ac:chgData name="Анастасия Коробецкая" userId="9fe37188-348c-49f0-8008-a466955ee907" providerId="ADAL" clId="{D305E02F-D4CB-40EF-8E11-6F1F8A188380}" dt="2022-11-07T11:56:29.810" v="0" actId="20578"/>
          <ac:spMkLst>
            <pc:docMk/>
            <pc:sldMk cId="193178965" sldId="256"/>
            <ac:spMk id="3" creationId="{2971B750-910B-6CB3-B4F5-4179D6B00F05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209408932" sldId="257"/>
        </pc:sldMkLst>
      </pc:sldChg>
      <pc:sldChg chg="modSp mod">
        <pc:chgData name="Анастасия Коробецкая" userId="9fe37188-348c-49f0-8008-a466955ee907" providerId="ADAL" clId="{D305E02F-D4CB-40EF-8E11-6F1F8A188380}" dt="2022-11-07T11:57:02.087" v="19" actId="6549"/>
        <pc:sldMkLst>
          <pc:docMk/>
          <pc:sldMk cId="4205047303" sldId="258"/>
        </pc:sldMkLst>
        <pc:spChg chg="mod">
          <ac:chgData name="Анастасия Коробецкая" userId="9fe37188-348c-49f0-8008-a466955ee907" providerId="ADAL" clId="{D305E02F-D4CB-40EF-8E11-6F1F8A188380}" dt="2022-11-07T11:57:02.087" v="19" actId="6549"/>
          <ac:spMkLst>
            <pc:docMk/>
            <pc:sldMk cId="4205047303" sldId="258"/>
            <ac:spMk id="2" creationId="{7FF6C551-F61A-9612-620D-939C8BDD073B}"/>
          </ac:spMkLst>
        </pc:spChg>
        <pc:spChg chg="mod">
          <ac:chgData name="Анастасия Коробецкая" userId="9fe37188-348c-49f0-8008-a466955ee907" providerId="ADAL" clId="{D305E02F-D4CB-40EF-8E11-6F1F8A188380}" dt="2022-11-07T11:56:59.639" v="18" actId="6549"/>
          <ac:spMkLst>
            <pc:docMk/>
            <pc:sldMk cId="4205047303" sldId="258"/>
            <ac:spMk id="3" creationId="{46C3A537-A53C-DA04-6D6C-E605E2CC9BE6}"/>
          </ac:spMkLst>
        </pc:spChg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178578277" sldId="259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2993561717" sldId="260"/>
        </pc:sldMkLst>
      </pc:sldChg>
      <pc:sldChg chg="del">
        <pc:chgData name="Анастасия Коробецкая" userId="9fe37188-348c-49f0-8008-a466955ee907" providerId="ADAL" clId="{D305E02F-D4CB-40EF-8E11-6F1F8A188380}" dt="2022-11-07T11:56:56.534" v="17" actId="47"/>
        <pc:sldMkLst>
          <pc:docMk/>
          <pc:sldMk cId="3837016682" sldId="407"/>
        </pc:sldMkLst>
      </pc:sldChg>
      <pc:sldMasterChg chg="addSldLayout delSldLayout modSldLayout">
        <pc:chgData name="Анастасия Коробецкая" userId="9fe37188-348c-49f0-8008-a466955ee907" providerId="ADAL" clId="{D305E02F-D4CB-40EF-8E11-6F1F8A188380}" dt="2022-11-07T12:02:36.127" v="40" actId="20577"/>
        <pc:sldMasterMkLst>
          <pc:docMk/>
          <pc:sldMasterMk cId="4166940761" sldId="2147483896"/>
        </pc:sldMasterMkLst>
        <pc:sldLayoutChg chg="del">
          <pc:chgData name="Анастасия Коробецкая" userId="9fe37188-348c-49f0-8008-a466955ee907" providerId="ADAL" clId="{D305E02F-D4CB-40EF-8E11-6F1F8A188380}" dt="2022-11-07T11:57:35.280" v="20" actId="2696"/>
          <pc:sldLayoutMkLst>
            <pc:docMk/>
            <pc:sldMasterMk cId="4166940761" sldId="2147483896"/>
            <pc:sldLayoutMk cId="4201331276" sldId="2147483899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0.010" v="21" actId="2696"/>
          <pc:sldLayoutMkLst>
            <pc:docMk/>
            <pc:sldMasterMk cId="4166940761" sldId="2147483896"/>
            <pc:sldLayoutMk cId="4215270339" sldId="2147483900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41.857" v="22" actId="2696"/>
          <pc:sldLayoutMkLst>
            <pc:docMk/>
            <pc:sldMasterMk cId="4166940761" sldId="2147483896"/>
            <pc:sldLayoutMk cId="889635368" sldId="2147483901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1.295" v="24" actId="2696"/>
          <pc:sldLayoutMkLst>
            <pc:docMk/>
            <pc:sldMasterMk cId="4166940761" sldId="2147483896"/>
            <pc:sldLayoutMk cId="3205996167" sldId="2147483904"/>
          </pc:sldLayoutMkLst>
        </pc:sldLayoutChg>
        <pc:sldLayoutChg chg="addSp modSp new mod">
          <pc:chgData name="Анастасия Коробецкая" userId="9fe37188-348c-49f0-8008-a466955ee907" providerId="ADAL" clId="{D305E02F-D4CB-40EF-8E11-6F1F8A188380}" dt="2022-11-07T12:02:36.127" v="40" actId="20577"/>
          <pc:sldLayoutMkLst>
            <pc:docMk/>
            <pc:sldMasterMk cId="4166940761" sldId="2147483896"/>
            <pc:sldLayoutMk cId="3209924343" sldId="2147483904"/>
          </pc:sldLayoutMkLst>
          <pc:spChg chg="add mod">
            <ac:chgData name="Анастасия Коробецкая" userId="9fe37188-348c-49f0-8008-a466955ee907" providerId="ADAL" clId="{D305E02F-D4CB-40EF-8E11-6F1F8A188380}" dt="2022-11-07T12:02:36.127" v="40" actId="20577"/>
            <ac:spMkLst>
              <pc:docMk/>
              <pc:sldMasterMk cId="4166940761" sldId="2147483896"/>
              <pc:sldLayoutMk cId="3209924343" sldId="2147483904"/>
              <ac:spMk id="6" creationId="{10E32EB9-D8E4-8CBE-E3B9-934CB66666C3}"/>
            </ac:spMkLst>
          </pc:spChg>
        </pc:sldLayoutChg>
        <pc:sldLayoutChg chg="del">
          <pc:chgData name="Анастасия Коробецкая" userId="9fe37188-348c-49f0-8008-a466955ee907" providerId="ADAL" clId="{D305E02F-D4CB-40EF-8E11-6F1F8A188380}" dt="2022-11-07T11:57:49.061" v="23" actId="2696"/>
          <pc:sldLayoutMkLst>
            <pc:docMk/>
            <pc:sldMasterMk cId="4166940761" sldId="2147483896"/>
            <pc:sldLayoutMk cId="3599366051" sldId="2147483905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3.133" v="25" actId="2696"/>
          <pc:sldLayoutMkLst>
            <pc:docMk/>
            <pc:sldMasterMk cId="4166940761" sldId="2147483896"/>
            <pc:sldLayoutMk cId="107031277" sldId="2147483906"/>
          </pc:sldLayoutMkLst>
        </pc:sldLayoutChg>
        <pc:sldLayoutChg chg="del">
          <pc:chgData name="Анастасия Коробецкая" userId="9fe37188-348c-49f0-8008-a466955ee907" providerId="ADAL" clId="{D305E02F-D4CB-40EF-8E11-6F1F8A188380}" dt="2022-11-07T11:57:55.630" v="26" actId="2696"/>
          <pc:sldLayoutMkLst>
            <pc:docMk/>
            <pc:sldMasterMk cId="4166940761" sldId="2147483896"/>
            <pc:sldLayoutMk cId="1952769865" sldId="2147483907"/>
          </pc:sldLayoutMkLst>
        </pc:sldLayoutChg>
      </pc:sldMasterChg>
      <pc:sldMasterChg chg="new del mod addSldLayout delSldLayout">
        <pc:chgData name="Анастасия Коробецкая" userId="9fe37188-348c-49f0-8008-a466955ee907" providerId="ADAL" clId="{D305E02F-D4CB-40EF-8E11-6F1F8A188380}" dt="2022-11-07T11:58:02.705" v="28" actId="6938"/>
        <pc:sldMasterMkLst>
          <pc:docMk/>
          <pc:sldMasterMk cId="2564465409" sldId="2147483904"/>
        </pc:sldMasterMkLst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405552379" sldId="2147483905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82238460" sldId="2147483906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3470827593" sldId="2147483907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4293381908" sldId="2147483908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63023414" sldId="2147483909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90640167" sldId="2147483910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938448278" sldId="2147483911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2684972736" sldId="2147483912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615802846" sldId="2147483913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892726511" sldId="2147483914"/>
          </pc:sldLayoutMkLst>
        </pc:sldLayoutChg>
        <pc:sldLayoutChg chg="new del replId">
          <pc:chgData name="Анастасия Коробецкая" userId="9fe37188-348c-49f0-8008-a466955ee907" providerId="ADAL" clId="{D305E02F-D4CB-40EF-8E11-6F1F8A188380}" dt="2022-11-07T11:58:02.705" v="28" actId="6938"/>
          <pc:sldLayoutMkLst>
            <pc:docMk/>
            <pc:sldMasterMk cId="2564465409" sldId="2147483904"/>
            <pc:sldLayoutMk cId="187717637" sldId="214748391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66364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472" y="3913632"/>
            <a:ext cx="11506200" cy="4572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94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5488" y="2118739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D8FA9-BFF5-4A08-B9B8-F1DEEB2D4542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5C98-4D5C-4B96-A604-F5E15943DA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7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D6D5D-38FA-3AC5-010C-7300AF14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78CD6D-6F3B-ACE7-3461-D34261A76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289E1-5433-7AD3-BD74-F5712A10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3E6A1-9312-3A0F-97C6-059849438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668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F20CCBC-7C05-5B80-5300-92EF61490E4D}"/>
              </a:ext>
            </a:extLst>
          </p:cNvPr>
          <p:cNvSpPr/>
          <p:nvPr userDrawn="1"/>
        </p:nvSpPr>
        <p:spPr>
          <a:xfrm>
            <a:off x="-6840" y="1130040"/>
            <a:ext cx="12192840" cy="43102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Рисунок 11" descr="Мысль со сплошной заливкой">
            <a:extLst>
              <a:ext uri="{FF2B5EF4-FFF2-40B4-BE49-F238E27FC236}">
                <a16:creationId xmlns:a16="http://schemas.microsoft.com/office/drawing/2014/main" id="{6D22CE0F-A19C-5AED-FB93-9AB52E31A363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10370520" y="4920480"/>
            <a:ext cx="1408320" cy="1408320"/>
          </a:xfrm>
          <a:prstGeom prst="rect">
            <a:avLst/>
          </a:prstGeom>
          <a:ln w="0">
            <a:noFill/>
          </a:ln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B7A52E2F-30DB-13FA-0856-7EB77D1AE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5" y="1417638"/>
            <a:ext cx="11229975" cy="3621087"/>
          </a:xfrm>
        </p:spPr>
        <p:txBody>
          <a:bodyPr anchor="ctr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162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7EC7E-D938-4EF6-8159-C481223E307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A5133-06A3-4DD9-A1CA-7F2525B29F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76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1D0038C-5B06-4D63-A27D-A8B812B611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8599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50781558-BEFB-4E88-8FF0-4327B5DECCEB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2576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CC19A8C9-01F3-455B-BF37-1C9D34452C1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564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7986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740" y="1082851"/>
            <a:ext cx="10800271" cy="5340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740" y="6439097"/>
            <a:ext cx="99747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E4B7EC7E-D938-4EF6-8159-C481223E3073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0" y="6422854"/>
            <a:ext cx="89447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5102" y="6453647"/>
            <a:ext cx="834333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r">
              <a:defRPr sz="1800" b="0">
                <a:solidFill>
                  <a:schemeClr val="tx1"/>
                </a:solidFill>
              </a:defRPr>
            </a:lvl1pPr>
          </a:lstStyle>
          <a:p>
            <a:fld id="{5D9A5133-06A3-4DD9-A1CA-7F2525B29F12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5BB9AEE-5F19-790F-429B-AF903FC7CE9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52400" y="6430160"/>
            <a:ext cx="409575" cy="38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4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911" r:id="rId2"/>
    <p:sldLayoutId id="2147483905" r:id="rId3"/>
    <p:sldLayoutId id="2147483898" r:id="rId4"/>
    <p:sldLayoutId id="2147483903" r:id="rId5"/>
    <p:sldLayoutId id="2147483907" r:id="rId6"/>
    <p:sldLayoutId id="2147483908" r:id="rId7"/>
    <p:sldLayoutId id="2147483910" r:id="rId8"/>
    <p:sldLayoutId id="2147483912" r:id="rId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106B5-F56B-E118-4C2E-85FA4FDACD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Java05 – </a:t>
            </a:r>
            <a:r>
              <a:rPr lang="ru-RU" dirty="0"/>
              <a:t>Базы данных.</a:t>
            </a:r>
            <a:br>
              <a:rPr lang="en-US"/>
            </a:br>
            <a:r>
              <a:rPr lang="en-US"/>
              <a:t>JPA</a:t>
            </a:r>
            <a:r>
              <a:rPr lang="en-US" dirty="0"/>
              <a:t>. Hibernate. Test DB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71B750-910B-6CB3-B4F5-4179D6B00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Курс </a:t>
            </a:r>
            <a:r>
              <a:rPr lang="en-US" dirty="0"/>
              <a:t>Java. </a:t>
            </a:r>
            <a:r>
              <a:rPr lang="ru-RU" dirty="0"/>
              <a:t>Коробецкая Анастасия Александровна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8C2036-6381-A555-7C67-4D1C50F88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63"/>
            <a:ext cx="3419952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dirty="0"/>
              <a:t>JPA</a:t>
            </a:r>
            <a:r>
              <a:rPr lang="en-US" dirty="0"/>
              <a:t> (</a:t>
            </a:r>
            <a:r>
              <a:rPr lang="ru-RU" dirty="0"/>
              <a:t>библиотека </a:t>
            </a:r>
            <a:r>
              <a:rPr lang="en-US" dirty="0" err="1"/>
              <a:t>jakarta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36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 dirty="0" err="1"/>
              <a:t>Entity</a:t>
            </a:r>
            <a:r>
              <a:rPr lang="ru-RU" dirty="0"/>
              <a:t>-классы и их отображение (маппинг) в таблицы БД</a:t>
            </a:r>
          </a:p>
          <a:p>
            <a:r>
              <a:rPr lang="ru-RU" dirty="0"/>
              <a:t>Актуализация схемы БД</a:t>
            </a:r>
          </a:p>
          <a:p>
            <a:r>
              <a:rPr lang="ru-RU" dirty="0"/>
              <a:t>CRUD-операции (чтение/сохранение состояния объекта в записи БД)</a:t>
            </a:r>
          </a:p>
          <a:p>
            <a:r>
              <a:rPr lang="ru-RU" dirty="0"/>
              <a:t>Запросы JPQL/HQL/</a:t>
            </a:r>
            <a:r>
              <a:rPr lang="ru-RU" dirty="0" err="1"/>
              <a:t>Criteria</a:t>
            </a:r>
            <a:r>
              <a:rPr lang="ru-RU" dirty="0"/>
              <a:t> =&gt; 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Класс vs. Таблица БД</a:t>
            </a:r>
          </a:p>
        </p:txBody>
      </p:sp>
      <p:graphicFrame>
        <p:nvGraphicFramePr>
          <p:cNvPr id="138" name="Таблица 137"/>
          <p:cNvGraphicFramePr/>
          <p:nvPr>
            <p:extLst>
              <p:ext uri="{D42A27DB-BD31-4B8C-83A1-F6EECF244321}">
                <p14:modId xmlns:p14="http://schemas.microsoft.com/office/powerpoint/2010/main" val="578405447"/>
              </p:ext>
            </p:extLst>
          </p:nvPr>
        </p:nvGraphicFramePr>
        <p:xfrm>
          <a:off x="844152" y="1187774"/>
          <a:ext cx="10503695" cy="4667740"/>
        </p:xfrm>
        <a:graphic>
          <a:graphicData uri="http://schemas.openxmlformats.org/drawingml/2006/table">
            <a:tbl>
              <a:tblPr firstRow="1" bandRow="1" bandCol="1">
                <a:tableStyleId>{17292A2E-F333-43FB-9621-5CBBE7FDCDCB}</a:tableStyleId>
              </a:tblPr>
              <a:tblGrid>
                <a:gridCol w="5252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60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2700" b="1" strike="noStrike" spc="-1">
                          <a:latin typeface="+mn-lt"/>
                        </a:rPr>
                        <a:t>Java</a:t>
                      </a:r>
                      <a:endParaRPr lang="ru-RU" sz="2700" b="0" strike="noStrike" spc="-1">
                        <a:latin typeface="+mn-lt"/>
                      </a:endParaRPr>
                    </a:p>
                  </a:txBody>
                  <a:tcPr marL="108847" marR="108847" marT="55294" marB="5529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2700" b="1" strike="noStrike" spc="-1">
                          <a:latin typeface="+mn-lt"/>
                        </a:rPr>
                        <a:t>БД</a:t>
                      </a:r>
                      <a:endParaRPr lang="ru-RU" sz="2700" b="0" strike="noStrike" spc="-1">
                        <a:latin typeface="+mn-lt"/>
                      </a:endParaRPr>
                    </a:p>
                  </a:txBody>
                  <a:tcPr marL="108847" marR="108847" marT="55294" marB="55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15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>
                          <a:latin typeface="+mn-lt"/>
                        </a:rPr>
                        <a:t>Класс</a:t>
                      </a:r>
                    </a:p>
                  </a:txBody>
                  <a:tcPr marL="108847" marR="108847" marT="55294" marB="5529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 dirty="0">
                          <a:latin typeface="+mn-lt"/>
                        </a:rPr>
                        <a:t>Таблица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 dirty="0">
                          <a:latin typeface="+mn-lt"/>
                        </a:rPr>
                        <a:t>Представление (</a:t>
                      </a:r>
                      <a:r>
                        <a:rPr lang="ru-RU" sz="2700" b="0" strike="noStrike" spc="-1" dirty="0" err="1">
                          <a:latin typeface="+mn-lt"/>
                        </a:rPr>
                        <a:t>view</a:t>
                      </a:r>
                      <a:r>
                        <a:rPr lang="ru-RU" sz="2700" b="0" strike="noStrike" spc="-1" dirty="0">
                          <a:latin typeface="+mn-lt"/>
                        </a:rPr>
                        <a:t>)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 dirty="0">
                          <a:latin typeface="+mn-lt"/>
                        </a:rPr>
                        <a:t>Табличный результат функции</a:t>
                      </a:r>
                    </a:p>
                  </a:txBody>
                  <a:tcPr marL="108847" marR="108847" marT="55294" marB="5529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70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>
                          <a:latin typeface="+mn-lt"/>
                        </a:rPr>
                        <a:t>Поле (переменная класса)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>
                          <a:latin typeface="+mn-lt"/>
                        </a:rPr>
                        <a:t>Геттер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>
                          <a:latin typeface="+mn-lt"/>
                        </a:rPr>
                        <a:t>Сеттер</a:t>
                      </a:r>
                    </a:p>
                  </a:txBody>
                  <a:tcPr marL="108847" marR="108847" marT="55294" marB="5529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>
                          <a:latin typeface="+mn-lt"/>
                        </a:rPr>
                        <a:t>Поле (столбец)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>
                          <a:latin typeface="+mn-lt"/>
                        </a:rPr>
                        <a:t>Триггеры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>
                          <a:latin typeface="+mn-lt"/>
                        </a:rPr>
                        <a:t>Ограничения</a:t>
                      </a:r>
                    </a:p>
                  </a:txBody>
                  <a:tcPr marL="108847" marR="108847" marT="55294" marB="5529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0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>
                          <a:latin typeface="+mn-lt"/>
                        </a:rPr>
                        <a:t>Объект (экземпляр класса)</a:t>
                      </a:r>
                    </a:p>
                  </a:txBody>
                  <a:tcPr marL="108847" marR="108847" marT="55294" marB="5529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>
                          <a:latin typeface="+mn-lt"/>
                        </a:rPr>
                        <a:t>Запись (строка)</a:t>
                      </a:r>
                    </a:p>
                  </a:txBody>
                  <a:tcPr marL="108847" marR="108847" marT="55294" marB="5529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0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>
                          <a:latin typeface="+mn-lt"/>
                        </a:rPr>
                        <a:t>Метод (функция)</a:t>
                      </a:r>
                    </a:p>
                  </a:txBody>
                  <a:tcPr marL="108847" marR="108847" marT="55294" marB="5529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700" b="0" strike="noStrike" spc="-1" dirty="0">
                          <a:latin typeface="+mn-lt"/>
                        </a:rPr>
                        <a:t>~</a:t>
                      </a:r>
                      <a:r>
                        <a:rPr lang="ru-RU" sz="2700" b="0" strike="noStrike" spc="-1" dirty="0">
                          <a:latin typeface="+mn-lt"/>
                        </a:rPr>
                        <a:t>Хранимая процедура/функция</a:t>
                      </a:r>
                    </a:p>
                  </a:txBody>
                  <a:tcPr marL="108847" marR="108847" marT="55294" marB="5529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Hibernate vs. JPA</a:t>
            </a:r>
          </a:p>
        </p:txBody>
      </p:sp>
      <p:graphicFrame>
        <p:nvGraphicFramePr>
          <p:cNvPr id="140" name="Таблица 139"/>
          <p:cNvGraphicFramePr/>
          <p:nvPr>
            <p:extLst>
              <p:ext uri="{D42A27DB-BD31-4B8C-83A1-F6EECF244321}">
                <p14:modId xmlns:p14="http://schemas.microsoft.com/office/powerpoint/2010/main" val="3165787233"/>
              </p:ext>
            </p:extLst>
          </p:nvPr>
        </p:nvGraphicFramePr>
        <p:xfrm>
          <a:off x="944567" y="1440694"/>
          <a:ext cx="10503695" cy="3094112"/>
        </p:xfrm>
        <a:graphic>
          <a:graphicData uri="http://schemas.openxmlformats.org/drawingml/2006/table">
            <a:tbl>
              <a:tblPr firstRow="1" bandRow="1" bandCol="1">
                <a:tableStyleId>{17292A2E-F333-43FB-9621-5CBBE7FDCDCB}</a:tableStyleId>
              </a:tblPr>
              <a:tblGrid>
                <a:gridCol w="5252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607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2700" b="1" strike="noStrike" spc="-1" dirty="0" err="1"/>
                        <a:t>Hibernate</a:t>
                      </a:r>
                      <a:endParaRPr lang="ru-RU" sz="2700" b="0" strike="noStrike" spc="-1" dirty="0">
                        <a:latin typeface="Arial"/>
                      </a:endParaRPr>
                    </a:p>
                  </a:txBody>
                  <a:tcPr marL="108847" marR="108847" marT="55294" marB="55294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ru-RU" sz="2700" b="1" strike="noStrike" spc="-1"/>
                        <a:t>JPA</a:t>
                      </a:r>
                      <a:endParaRPr lang="ru-RU" sz="2700" b="0" strike="noStrike" spc="-1">
                        <a:latin typeface="Arial"/>
                      </a:endParaRPr>
                    </a:p>
                  </a:txBody>
                  <a:tcPr marL="108847" marR="108847" marT="55294" marB="5529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70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/>
                        <a:t>Классы: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/>
                        <a:t>SessionFactory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/>
                        <a:t>Session</a:t>
                      </a:r>
                      <a:endParaRPr lang="ru-RU" sz="2700" b="0" strike="noStrike" spc="-1">
                        <a:latin typeface="Arial"/>
                      </a:endParaRPr>
                    </a:p>
                  </a:txBody>
                  <a:tcPr marL="108847" marR="108847" marT="55294" marB="5529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/>
                        <a:t>Интерфейсы: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/>
                        <a:t>EntityManagerFactory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700" b="0" strike="noStrike" spc="-1"/>
                        <a:t>EntityManager</a:t>
                      </a:r>
                      <a:endParaRPr lang="ru-RU" sz="2700" b="0" strike="noStrike" spc="-1">
                        <a:latin typeface="Arial"/>
                      </a:endParaRPr>
                    </a:p>
                  </a:txBody>
                  <a:tcPr marL="108847" marR="108847" marT="55294" marB="5529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1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save()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update()</a:t>
                      </a:r>
                      <a:endParaRPr lang="ru-RU" sz="2200" b="0" strike="noStrike" spc="-1">
                        <a:latin typeface="Arial"/>
                      </a:endParaRPr>
                    </a:p>
                  </a:txBody>
                  <a:tcPr marL="108847" marR="108847" marT="55294" marB="5529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persist()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merge()</a:t>
                      </a:r>
                      <a:endParaRPr lang="ru-RU" sz="2200" b="0" strike="noStrike" spc="-1">
                        <a:latin typeface="Arial"/>
                      </a:endParaRPr>
                    </a:p>
                  </a:txBody>
                  <a:tcPr marL="108847" marR="108847" marT="55294" marB="5529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3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/>
                        <a:t>HQL</a:t>
                      </a:r>
                      <a:endParaRPr lang="ru-RU" sz="2200" b="0" strike="noStrike" spc="-1">
                        <a:latin typeface="Arial"/>
                      </a:endParaRPr>
                    </a:p>
                  </a:txBody>
                  <a:tcPr marL="108847" marR="108847" marT="55294" marB="5529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ru-RU" sz="2200" b="0" strike="noStrike" spc="-1" dirty="0"/>
                        <a:t>JPQL</a:t>
                      </a:r>
                      <a:endParaRPr lang="ru-RU" sz="2200" b="0" strike="noStrike" spc="-1" dirty="0">
                        <a:latin typeface="Arial"/>
                      </a:endParaRPr>
                    </a:p>
                  </a:txBody>
                  <a:tcPr marL="108847" marR="108847" marT="55294" marB="5529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Persistance</a:t>
            </a:r>
          </a:p>
        </p:txBody>
      </p:sp>
      <p:sp>
        <p:nvSpPr>
          <p:cNvPr id="142" name="Прямоугольник 141"/>
          <p:cNvSpPr/>
          <p:nvPr/>
        </p:nvSpPr>
        <p:spPr>
          <a:xfrm>
            <a:off x="916434" y="2606275"/>
            <a:ext cx="7183439" cy="3482655"/>
          </a:xfrm>
          <a:prstGeom prst="rect">
            <a:avLst/>
          </a:prstGeom>
          <a:solidFill>
            <a:srgbClr val="FDE9A9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spc="-1">
                <a:solidFill>
                  <a:srgbClr val="000000"/>
                </a:solidFill>
                <a:ea typeface="DejaVu Sans"/>
              </a:rPr>
              <a:t>Java</a:t>
            </a:r>
            <a:endParaRPr lang="ru-RU" sz="2000" spc="-1"/>
          </a:p>
        </p:txBody>
      </p:sp>
      <p:sp>
        <p:nvSpPr>
          <p:cNvPr id="143" name="Цилиндр 142"/>
          <p:cNvSpPr/>
          <p:nvPr/>
        </p:nvSpPr>
        <p:spPr>
          <a:xfrm>
            <a:off x="9624160" y="3694741"/>
            <a:ext cx="1523417" cy="1305724"/>
          </a:xfrm>
          <a:prstGeom prst="can">
            <a:avLst>
              <a:gd name="adj" fmla="val 2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spc="-1">
                <a:solidFill>
                  <a:srgbClr val="000000"/>
                </a:solidFill>
                <a:ea typeface="DejaVu Sans"/>
              </a:rPr>
              <a:t>SQL</a:t>
            </a:r>
            <a:endParaRPr lang="ru-RU" sz="2000" spc="-1"/>
          </a:p>
        </p:txBody>
      </p:sp>
      <p:sp>
        <p:nvSpPr>
          <p:cNvPr id="144" name="Блок-схема: несколько документов 143"/>
          <p:cNvSpPr/>
          <p:nvPr/>
        </p:nvSpPr>
        <p:spPr>
          <a:xfrm>
            <a:off x="1351820" y="3912434"/>
            <a:ext cx="2176496" cy="1305724"/>
          </a:xfrm>
          <a:prstGeom prst="flowChartMultidocument">
            <a:avLst/>
          </a:prstGeom>
          <a:solidFill>
            <a:srgbClr val="8E03A3"/>
          </a:solidFill>
          <a:ln w="0">
            <a:solidFill>
              <a:srgbClr val="5302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spc="-1">
                <a:solidFill>
                  <a:srgbClr val="FFFFFF"/>
                </a:solidFill>
                <a:ea typeface="DejaVu Sans"/>
              </a:rPr>
              <a:t>Entities</a:t>
            </a:r>
            <a:endParaRPr lang="ru-RU" sz="2000" spc="-1">
              <a:solidFill>
                <a:srgbClr val="FFFFFF"/>
              </a:solidFill>
            </a:endParaRPr>
          </a:p>
        </p:txBody>
      </p:sp>
      <p:sp>
        <p:nvSpPr>
          <p:cNvPr id="145" name="Полилиния: фигура 144"/>
          <p:cNvSpPr/>
          <p:nvPr/>
        </p:nvSpPr>
        <p:spPr>
          <a:xfrm>
            <a:off x="4834911" y="3041661"/>
            <a:ext cx="3047269" cy="2829576"/>
          </a:xfrm>
          <a:custGeom>
            <a:avLst/>
            <a:gdLst/>
            <a:ahLst/>
            <a:cxnLst/>
            <a:rect l="l" t="t" r="r" b="b"/>
            <a:pathLst>
              <a:path w="23261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19661" y="21600"/>
                </a:lnTo>
                <a:arcTo wR="1939" hR="3600" stAng="5400000" swAng="-5400000"/>
                <a:lnTo>
                  <a:pt x="21600" y="3600"/>
                </a:lnTo>
                <a:arcTo wR="1939" hR="3600" stAng="0" swAng="-5400000"/>
                <a:close/>
              </a:path>
            </a:pathLst>
          </a:custGeom>
          <a:solidFill>
            <a:srgbClr val="92E28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spc="-1">
                <a:solidFill>
                  <a:srgbClr val="000000"/>
                </a:solidFill>
                <a:ea typeface="DejaVu Sans"/>
              </a:rPr>
              <a:t>Persistance</a:t>
            </a:r>
            <a:endParaRPr lang="ru-RU" sz="2000" spc="-1"/>
          </a:p>
        </p:txBody>
      </p:sp>
      <p:sp>
        <p:nvSpPr>
          <p:cNvPr id="146" name="Полилиния: фигура 145"/>
          <p:cNvSpPr/>
          <p:nvPr/>
        </p:nvSpPr>
        <p:spPr>
          <a:xfrm>
            <a:off x="3528751" y="4130127"/>
            <a:ext cx="1305724" cy="65264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800"/>
                </a:moveTo>
                <a:lnTo>
                  <a:pt x="4300" y="0"/>
                </a:lnTo>
                <a:lnTo>
                  <a:pt x="4300" y="5400"/>
                </a:lnTo>
                <a:lnTo>
                  <a:pt x="17300" y="5400"/>
                </a:lnTo>
                <a:lnTo>
                  <a:pt x="17300" y="0"/>
                </a:lnTo>
                <a:lnTo>
                  <a:pt x="21600" y="10800"/>
                </a:lnTo>
                <a:lnTo>
                  <a:pt x="17300" y="21600"/>
                </a:lnTo>
                <a:lnTo>
                  <a:pt x="17300" y="16200"/>
                </a:lnTo>
                <a:lnTo>
                  <a:pt x="4300" y="16200"/>
                </a:lnTo>
                <a:lnTo>
                  <a:pt x="43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 sz="2000"/>
          </a:p>
        </p:txBody>
      </p:sp>
      <p:sp>
        <p:nvSpPr>
          <p:cNvPr id="147" name="Полилиния: фигура 146"/>
          <p:cNvSpPr/>
          <p:nvPr/>
        </p:nvSpPr>
        <p:spPr>
          <a:xfrm>
            <a:off x="7882615" y="4130127"/>
            <a:ext cx="1741110" cy="65264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800"/>
                </a:moveTo>
                <a:lnTo>
                  <a:pt x="4300" y="0"/>
                </a:lnTo>
                <a:lnTo>
                  <a:pt x="4300" y="5400"/>
                </a:lnTo>
                <a:lnTo>
                  <a:pt x="17300" y="5400"/>
                </a:lnTo>
                <a:lnTo>
                  <a:pt x="17300" y="0"/>
                </a:lnTo>
                <a:lnTo>
                  <a:pt x="21600" y="10800"/>
                </a:lnTo>
                <a:lnTo>
                  <a:pt x="17300" y="21600"/>
                </a:lnTo>
                <a:lnTo>
                  <a:pt x="17300" y="16200"/>
                </a:lnTo>
                <a:lnTo>
                  <a:pt x="4300" y="16200"/>
                </a:lnTo>
                <a:lnTo>
                  <a:pt x="43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ru-RU" sz="2000"/>
          </a:p>
        </p:txBody>
      </p:sp>
      <p:sp>
        <p:nvSpPr>
          <p:cNvPr id="148" name="Блок-схема: несколько документов 147"/>
          <p:cNvSpPr/>
          <p:nvPr/>
        </p:nvSpPr>
        <p:spPr>
          <a:xfrm>
            <a:off x="5270297" y="4130127"/>
            <a:ext cx="2176496" cy="1305724"/>
          </a:xfrm>
          <a:prstGeom prst="flowChartMultidocument">
            <a:avLst/>
          </a:prstGeom>
          <a:solidFill>
            <a:srgbClr val="BABABA"/>
          </a:solidFill>
          <a:ln w="0">
            <a:solidFill>
              <a:srgbClr val="53026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000" spc="-1">
                <a:solidFill>
                  <a:srgbClr val="000000"/>
                </a:solidFill>
                <a:ea typeface="DejaVu Sans"/>
              </a:rPr>
              <a:t>Entities State</a:t>
            </a:r>
            <a:endParaRPr lang="ru-RU" sz="2000" spc="-1"/>
          </a:p>
        </p:txBody>
      </p:sp>
      <p:sp>
        <p:nvSpPr>
          <p:cNvPr id="149" name="Прямоугольник 148"/>
          <p:cNvSpPr/>
          <p:nvPr/>
        </p:nvSpPr>
        <p:spPr>
          <a:xfrm>
            <a:off x="698740" y="1132606"/>
            <a:ext cx="10448837" cy="113679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19" spc="-1" dirty="0">
                <a:latin typeface="Arial"/>
              </a:rPr>
              <a:t>Изменения в сущностях не попадают в SQL сразу.</a:t>
            </a:r>
          </a:p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19" spc="-1" dirty="0" err="1">
                <a:latin typeface="Arial"/>
              </a:rPr>
              <a:t>Persistance</a:t>
            </a:r>
            <a:r>
              <a:rPr lang="ru-RU" sz="2419" spc="-1" dirty="0">
                <a:latin typeface="Arial"/>
              </a:rPr>
              <a:t> — промежуточное хранилище, отслеживающее изменение </a:t>
            </a:r>
            <a:r>
              <a:rPr lang="ru-RU" sz="2419" spc="-1" dirty="0"/>
              <a:t>объектов</a:t>
            </a:r>
            <a:r>
              <a:rPr lang="ru-RU" sz="2419" spc="-1" dirty="0">
                <a:latin typeface="Arial"/>
              </a:rPr>
              <a:t> и сохраняющее их в БД, когда это требуется.</a:t>
            </a:r>
          </a:p>
        </p:txBody>
      </p:sp>
      <p:sp>
        <p:nvSpPr>
          <p:cNvPr id="150" name="Прямоугольник 149"/>
          <p:cNvSpPr/>
          <p:nvPr/>
        </p:nvSpPr>
        <p:spPr>
          <a:xfrm>
            <a:off x="8192175" y="4833712"/>
            <a:ext cx="2737709" cy="10375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spc="-1"/>
              <a:t>commit()</a:t>
            </a:r>
          </a:p>
          <a:p>
            <a:pPr>
              <a:lnSpc>
                <a:spcPct val="100000"/>
              </a:lnSpc>
              <a:buNone/>
            </a:pPr>
            <a:r>
              <a:rPr lang="ru-RU" sz="2000" spc="-1"/>
              <a:t>flush()</a:t>
            </a:r>
          </a:p>
          <a:p>
            <a:pPr>
              <a:lnSpc>
                <a:spcPct val="100000"/>
              </a:lnSpc>
              <a:buNone/>
            </a:pPr>
            <a:r>
              <a:rPr lang="ru-RU" sz="2000" spc="-1"/>
              <a:t>вызов SQL-запроса</a:t>
            </a:r>
          </a:p>
        </p:txBody>
      </p:sp>
      <p:sp>
        <p:nvSpPr>
          <p:cNvPr id="151" name="Прямоугольник 150"/>
          <p:cNvSpPr/>
          <p:nvPr/>
        </p:nvSpPr>
        <p:spPr>
          <a:xfrm>
            <a:off x="3391762" y="4741845"/>
            <a:ext cx="1459258" cy="1347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000" spc="-1" dirty="0" err="1"/>
              <a:t>persist</a:t>
            </a:r>
            <a:r>
              <a:rPr lang="ru-RU" sz="2000" spc="-1" dirty="0"/>
              <a:t>()</a:t>
            </a:r>
          </a:p>
          <a:p>
            <a:pPr>
              <a:lnSpc>
                <a:spcPct val="100000"/>
              </a:lnSpc>
              <a:buNone/>
            </a:pPr>
            <a:r>
              <a:rPr lang="ru-RU" sz="2000" spc="-1" dirty="0" err="1"/>
              <a:t>remove</a:t>
            </a:r>
            <a:r>
              <a:rPr lang="ru-RU" sz="2000" spc="-1" dirty="0"/>
              <a:t>()</a:t>
            </a:r>
          </a:p>
          <a:p>
            <a:pPr>
              <a:lnSpc>
                <a:spcPct val="100000"/>
              </a:lnSpc>
              <a:buNone/>
            </a:pPr>
            <a:r>
              <a:rPr lang="ru-RU" sz="2000" spc="-1" dirty="0" err="1"/>
              <a:t>merge</a:t>
            </a:r>
            <a:r>
              <a:rPr lang="ru-RU" sz="2000" spc="-1" dirty="0"/>
              <a:t>()</a:t>
            </a:r>
          </a:p>
          <a:p>
            <a:pPr>
              <a:lnSpc>
                <a:spcPct val="100000"/>
              </a:lnSpc>
              <a:buNone/>
            </a:pPr>
            <a:r>
              <a:rPr lang="ru-RU" sz="2000" spc="-1" dirty="0" err="1"/>
              <a:t>find</a:t>
            </a:r>
            <a:r>
              <a:rPr lang="ru-RU" sz="2000" spc="-1" dirty="0"/>
              <a:t>(...)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876A5B-73F0-EA92-C81F-2965A1EC0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Статусы сущностей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A925D06-D3DB-31E1-D093-959F7C603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40740"/>
              </p:ext>
            </p:extLst>
          </p:nvPr>
        </p:nvGraphicFramePr>
        <p:xfrm>
          <a:off x="961958" y="1264415"/>
          <a:ext cx="10322128" cy="373560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411591">
                  <a:extLst>
                    <a:ext uri="{9D8B030D-6E8A-4147-A177-3AD203B41FA5}">
                      <a16:colId xmlns:a16="http://schemas.microsoft.com/office/drawing/2014/main" val="3273627492"/>
                    </a:ext>
                  </a:extLst>
                </a:gridCol>
                <a:gridCol w="3706238">
                  <a:extLst>
                    <a:ext uri="{9D8B030D-6E8A-4147-A177-3AD203B41FA5}">
                      <a16:colId xmlns:a16="http://schemas.microsoft.com/office/drawing/2014/main" val="215671531"/>
                    </a:ext>
                  </a:extLst>
                </a:gridCol>
                <a:gridCol w="2062264">
                  <a:extLst>
                    <a:ext uri="{9D8B030D-6E8A-4147-A177-3AD203B41FA5}">
                      <a16:colId xmlns:a16="http://schemas.microsoft.com/office/drawing/2014/main" val="61843049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883903859"/>
                    </a:ext>
                  </a:extLst>
                </a:gridCol>
                <a:gridCol w="1770435">
                  <a:extLst>
                    <a:ext uri="{9D8B030D-6E8A-4147-A177-3AD203B41FA5}">
                      <a16:colId xmlns:a16="http://schemas.microsoft.com/office/drawing/2014/main" val="2456998621"/>
                    </a:ext>
                  </a:extLst>
                </a:gridCol>
              </a:tblGrid>
              <a:tr h="769095">
                <a:tc>
                  <a:txBody>
                    <a:bodyPr/>
                    <a:lstStyle/>
                    <a:p>
                      <a:r>
                        <a:rPr lang="ru-RU" dirty="0"/>
                        <a:t>Статус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 </a:t>
                      </a:r>
                      <a:r>
                        <a:rPr lang="en-US" dirty="0"/>
                        <a:t>Session</a:t>
                      </a:r>
                      <a:r>
                        <a:rPr lang="ru-RU" dirty="0"/>
                        <a:t> (</a:t>
                      </a:r>
                      <a:r>
                        <a:rPr lang="en-US" dirty="0" err="1"/>
                        <a:t>EntityManager</a:t>
                      </a:r>
                      <a:r>
                        <a:rPr lang="en-US" dirty="0"/>
                        <a:t>)?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 БД?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Отслеживать изменения?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824204"/>
                  </a:ext>
                </a:extLst>
              </a:tr>
              <a:tr h="769095">
                <a:tc>
                  <a:txBody>
                    <a:bodyPr/>
                    <a:lstStyle/>
                    <a:p>
                      <a:r>
                        <a:rPr lang="en-US" b="1" dirty="0"/>
                        <a:t>Transient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newly created instance using the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</a:rPr>
                        <a:t>new</a:t>
                      </a:r>
                      <a:r>
                        <a:rPr lang="en-US" dirty="0"/>
                        <a:t> operator.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385065"/>
                  </a:ext>
                </a:extLst>
              </a:tr>
              <a:tr h="1098706">
                <a:tc>
                  <a:txBody>
                    <a:bodyPr/>
                    <a:lstStyle/>
                    <a:p>
                      <a:r>
                        <a:rPr lang="en-US" b="1" dirty="0"/>
                        <a:t>Persistent</a:t>
                      </a:r>
                    </a:p>
                    <a:p>
                      <a:r>
                        <a:rPr lang="en-US" b="1" dirty="0"/>
                        <a:t>(Managed)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 instance associated with a </a:t>
                      </a:r>
                      <a:r>
                        <a:rPr lang="en-US" b="1" dirty="0"/>
                        <a:t>Hibernate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</a:rPr>
                        <a:t>Session</a:t>
                      </a:r>
                      <a:r>
                        <a:rPr lang="en-US" b="1" dirty="0"/>
                        <a:t> </a:t>
                      </a:r>
                      <a:r>
                        <a:rPr lang="en-US" dirty="0"/>
                        <a:t>(persistence context).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409543"/>
                  </a:ext>
                </a:extLst>
              </a:tr>
              <a:tr h="1098706">
                <a:tc>
                  <a:txBody>
                    <a:bodyPr/>
                    <a:lstStyle/>
                    <a:p>
                      <a:r>
                        <a:rPr lang="en-US" b="1" dirty="0"/>
                        <a:t>Detached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 instance that was persistent but its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</a:rPr>
                        <a:t>Session</a:t>
                      </a:r>
                      <a:r>
                        <a:rPr lang="en-US" b="1" dirty="0"/>
                        <a:t> has been closed </a:t>
                      </a:r>
                      <a:r>
                        <a:rPr lang="en-US" dirty="0"/>
                        <a:t>or cleared.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160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983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Entity Life Cycle</a:t>
            </a:r>
          </a:p>
        </p:txBody>
      </p:sp>
      <p:sp>
        <p:nvSpPr>
          <p:cNvPr id="153" name="Прямоугольник 152"/>
          <p:cNvSpPr/>
          <p:nvPr/>
        </p:nvSpPr>
        <p:spPr>
          <a:xfrm>
            <a:off x="653293" y="1019623"/>
            <a:ext cx="10448837" cy="7941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847" tIns="54423" rIns="108847" bIns="54423" anchor="t">
            <a:noAutofit/>
          </a:bodyPr>
          <a:lstStyle/>
          <a:p>
            <a:pPr marL="261230" indent="-26123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19" spc="-1" dirty="0">
                <a:latin typeface="Arial"/>
              </a:rPr>
              <a:t>Команды изменяют состояние </a:t>
            </a:r>
            <a:r>
              <a:rPr lang="ru-RU" sz="2419" spc="-1" dirty="0" err="1">
                <a:latin typeface="Arial"/>
              </a:rPr>
              <a:t>Entity</a:t>
            </a:r>
            <a:r>
              <a:rPr lang="ru-RU" sz="2419" spc="-1" dirty="0">
                <a:latin typeface="Arial"/>
              </a:rPr>
              <a:t>, а уже на основе этого состояния вносятся изменения в БД.</a:t>
            </a:r>
          </a:p>
        </p:txBody>
      </p:sp>
      <p:pic>
        <p:nvPicPr>
          <p:cNvPr id="154" name="Рисунок 153"/>
          <p:cNvPicPr/>
          <p:nvPr/>
        </p:nvPicPr>
        <p:blipFill>
          <a:blip r:embed="rId2"/>
          <a:stretch/>
        </p:blipFill>
        <p:spPr>
          <a:xfrm>
            <a:off x="1306373" y="1944871"/>
            <a:ext cx="9142678" cy="4585489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Repository</a:t>
            </a:r>
          </a:p>
        </p:txBody>
      </p:sp>
      <p:sp>
        <p:nvSpPr>
          <p:cNvPr id="159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 fontScale="99500"/>
          </a:bodyPr>
          <a:lstStyle/>
          <a:p>
            <a:r>
              <a:rPr lang="ru-RU" dirty="0"/>
              <a:t>Паттерн разработки, предложенный Мартином Фаулером в книге "Чистая архитектура" как альтернатива DAO.</a:t>
            </a:r>
          </a:p>
          <a:p>
            <a:r>
              <a:rPr lang="ru-RU" dirty="0"/>
              <a:t>Идея — отделить бизнес-логику в сервисах/менеджерах от операций с БД.</a:t>
            </a:r>
          </a:p>
          <a:p>
            <a:r>
              <a:rPr lang="ru-RU" dirty="0"/>
              <a:t>Репозиторий выполняет типовые операции с сущностью — сохранение, удаление, поиск, сортировка и т. п.</a:t>
            </a:r>
          </a:p>
          <a:p>
            <a:r>
              <a:rPr lang="ru-RU" dirty="0"/>
              <a:t>Но JPA уже инкапсулирует взаимодействие с БД.</a:t>
            </a:r>
          </a:p>
          <a:p>
            <a:pPr lvl="1"/>
            <a:r>
              <a:rPr lang="ru-RU" dirty="0"/>
              <a:t>В таких условиях репозиторий имеет смысл, если сущностные классы БД отличаются от классов бизнес-логики.</a:t>
            </a:r>
          </a:p>
          <a:p>
            <a:pPr lvl="1"/>
            <a:r>
              <a:rPr lang="ru-RU" dirty="0"/>
              <a:t>Если не нужно трансформировать таблицы/</a:t>
            </a:r>
            <a:r>
              <a:rPr lang="ru-RU" dirty="0" err="1"/>
              <a:t>view</a:t>
            </a:r>
            <a:r>
              <a:rPr lang="ru-RU" dirty="0"/>
              <a:t> из БД в другие структуры, то репозиторий — это только лишний код и затрудненные транзакции.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HQL</a:t>
            </a:r>
          </a:p>
        </p:txBody>
      </p:sp>
      <p:sp>
        <p:nvSpPr>
          <p:cNvPr id="163" name="PlaceHolder 2"/>
          <p:cNvSpPr>
            <a:spLocks noGrp="1"/>
          </p:cNvSpPr>
          <p:nvPr>
            <p:ph idx="4294967295"/>
          </p:nvPr>
        </p:nvSpPr>
        <p:spPr>
          <a:xfrm>
            <a:off x="696119" y="1121586"/>
            <a:ext cx="10799762" cy="1222780"/>
          </a:xfrm>
          <a:noFill/>
          <a:ln w="0">
            <a:noFill/>
          </a:ln>
        </p:spPr>
        <p:txBody>
          <a:bodyPr lIns="0" tIns="0" rIns="0" bIns="0" anchor="t">
            <a:normAutofit fontScale="93000"/>
          </a:bodyPr>
          <a:lstStyle/>
          <a:p>
            <a:r>
              <a:rPr lang="ru-RU" dirty="0"/>
              <a:t>Аналог SQL, но оперирует сущностями Java и их полями.</a:t>
            </a:r>
          </a:p>
          <a:p>
            <a:r>
              <a:rPr lang="ru-RU" dirty="0"/>
              <a:t>Поддерживает именованные параметры.</a:t>
            </a: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67356C-87D7-0A28-9EC3-CAB8F77E1616}"/>
              </a:ext>
            </a:extLst>
          </p:cNvPr>
          <p:cNvSpPr txBox="1"/>
          <p:nvPr/>
        </p:nvSpPr>
        <p:spPr>
          <a:xfrm>
            <a:off x="696119" y="3181822"/>
            <a:ext cx="108700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000" dirty="0" err="1">
                <a:latin typeface="Consolas" panose="020B0609020204030204" pitchFamily="49" charset="0"/>
              </a:rPr>
              <a:t>String</a:t>
            </a:r>
            <a:r>
              <a:rPr lang="ru-RU" sz="2000" dirty="0">
                <a:latin typeface="Consolas" panose="020B0609020204030204" pitchFamily="49" charset="0"/>
              </a:rPr>
              <a:t> </a:t>
            </a:r>
            <a:r>
              <a:rPr lang="ru-RU" sz="2000" dirty="0" err="1">
                <a:latin typeface="Consolas" panose="020B0609020204030204" pitchFamily="49" charset="0"/>
              </a:rPr>
              <a:t>hql</a:t>
            </a:r>
            <a:r>
              <a:rPr lang="ru-RU" sz="2000" dirty="0">
                <a:latin typeface="Consolas" panose="020B0609020204030204" pitchFamily="49" charset="0"/>
              </a:rPr>
              <a:t> = "</a:t>
            </a:r>
            <a:r>
              <a:rPr lang="ru-RU" sz="2000" dirty="0" err="1">
                <a:latin typeface="Consolas" panose="020B0609020204030204" pitchFamily="49" charset="0"/>
              </a:rPr>
              <a:t>from</a:t>
            </a:r>
            <a:r>
              <a:rPr lang="ru-RU" sz="2000" dirty="0">
                <a:latin typeface="Consolas" panose="020B0609020204030204" pitchFamily="49" charset="0"/>
              </a:rPr>
              <a:t> </a:t>
            </a:r>
            <a:r>
              <a:rPr lang="ru-RU" sz="2000" dirty="0" err="1">
                <a:latin typeface="Consolas" panose="020B0609020204030204" pitchFamily="49" charset="0"/>
              </a:rPr>
              <a:t>EmployeeTask</a:t>
            </a:r>
            <a:r>
              <a:rPr lang="ru-RU" sz="2000" dirty="0">
                <a:latin typeface="Consolas" panose="020B0609020204030204" pitchFamily="49" charset="0"/>
              </a:rPr>
              <a:t> " +</a:t>
            </a:r>
          </a:p>
          <a:p>
            <a:pPr marL="0" indent="0">
              <a:buNone/>
            </a:pPr>
            <a:r>
              <a:rPr lang="ru-RU" sz="2000" dirty="0">
                <a:latin typeface="Consolas" panose="020B0609020204030204" pitchFamily="49" charset="0"/>
              </a:rPr>
              <a:t>    "</a:t>
            </a:r>
            <a:r>
              <a:rPr lang="ru-RU" sz="2000" dirty="0" err="1">
                <a:latin typeface="Consolas" panose="020B0609020204030204" pitchFamily="49" charset="0"/>
              </a:rPr>
              <a:t>where</a:t>
            </a:r>
            <a:r>
              <a:rPr lang="ru-RU" sz="2000" dirty="0">
                <a:latin typeface="Consolas" panose="020B0609020204030204" pitchFamily="49" charset="0"/>
              </a:rPr>
              <a:t> employee.name = :</a:t>
            </a:r>
            <a:r>
              <a:rPr lang="ru-RU" sz="2000" dirty="0" err="1">
                <a:latin typeface="Consolas" panose="020B0609020204030204" pitchFamily="49" charset="0"/>
              </a:rPr>
              <a:t>username</a:t>
            </a:r>
            <a:r>
              <a:rPr lang="ru-RU" sz="2000" dirty="0">
                <a:latin typeface="Consolas" panose="020B0609020204030204" pitchFamily="49" charset="0"/>
              </a:rPr>
              <a:t>";</a:t>
            </a:r>
          </a:p>
          <a:p>
            <a:pPr marL="0" indent="0">
              <a:buNone/>
            </a:pPr>
            <a:r>
              <a:rPr lang="ru-RU" sz="2000" dirty="0" err="1">
                <a:latin typeface="Consolas" panose="020B0609020204030204" pitchFamily="49" charset="0"/>
              </a:rPr>
              <a:t>Query</a:t>
            </a:r>
            <a:r>
              <a:rPr lang="ru-RU" sz="2000" dirty="0">
                <a:latin typeface="Consolas" panose="020B0609020204030204" pitchFamily="49" charset="0"/>
              </a:rPr>
              <a:t>&lt;</a:t>
            </a:r>
            <a:r>
              <a:rPr lang="ru-RU" sz="2000" dirty="0" err="1">
                <a:latin typeface="Consolas" panose="020B0609020204030204" pitchFamily="49" charset="0"/>
              </a:rPr>
              <a:t>EmployeeTask</a:t>
            </a:r>
            <a:r>
              <a:rPr lang="ru-RU" sz="2000" dirty="0">
                <a:latin typeface="Consolas" panose="020B0609020204030204" pitchFamily="49" charset="0"/>
              </a:rPr>
              <a:t>&gt; </a:t>
            </a:r>
            <a:r>
              <a:rPr lang="ru-RU" sz="2000" dirty="0" err="1">
                <a:latin typeface="Consolas" panose="020B0609020204030204" pitchFamily="49" charset="0"/>
              </a:rPr>
              <a:t>query</a:t>
            </a:r>
            <a:r>
              <a:rPr lang="ru-RU" sz="2000" dirty="0">
                <a:latin typeface="Consolas" panose="020B0609020204030204" pitchFamily="49" charset="0"/>
              </a:rPr>
              <a:t> = </a:t>
            </a:r>
            <a:r>
              <a:rPr lang="ru-RU" sz="2000" dirty="0" err="1">
                <a:latin typeface="Consolas" panose="020B0609020204030204" pitchFamily="49" charset="0"/>
              </a:rPr>
              <a:t>session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latin typeface="Consolas" panose="020B0609020204030204" pitchFamily="49" charset="0"/>
              </a:rPr>
              <a:t>    .</a:t>
            </a:r>
            <a:r>
              <a:rPr lang="ru-RU" sz="2000" dirty="0" err="1">
                <a:latin typeface="Consolas" panose="020B0609020204030204" pitchFamily="49" charset="0"/>
              </a:rPr>
              <a:t>createQuery</a:t>
            </a:r>
            <a:r>
              <a:rPr lang="ru-RU" sz="2000" dirty="0">
                <a:latin typeface="Consolas" panose="020B0609020204030204" pitchFamily="49" charset="0"/>
              </a:rPr>
              <a:t>(</a:t>
            </a:r>
            <a:r>
              <a:rPr lang="ru-RU" sz="2000" dirty="0" err="1">
                <a:latin typeface="Consolas" panose="020B0609020204030204" pitchFamily="49" charset="0"/>
              </a:rPr>
              <a:t>hql</a:t>
            </a:r>
            <a:r>
              <a:rPr lang="ru-RU" sz="2000" dirty="0">
                <a:latin typeface="Consolas" panose="020B0609020204030204" pitchFamily="49" charset="0"/>
              </a:rPr>
              <a:t>, </a:t>
            </a:r>
            <a:r>
              <a:rPr lang="ru-RU" sz="2000" dirty="0" err="1">
                <a:latin typeface="Consolas" panose="020B0609020204030204" pitchFamily="49" charset="0"/>
              </a:rPr>
              <a:t>EmployeeTask.class</a:t>
            </a:r>
            <a:r>
              <a:rPr lang="ru-RU" sz="20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ru-RU" sz="2000" dirty="0" err="1">
                <a:latin typeface="Consolas" panose="020B0609020204030204" pitchFamily="49" charset="0"/>
              </a:rPr>
              <a:t>query</a:t>
            </a:r>
            <a:endParaRPr lang="ru-RU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latin typeface="Consolas" panose="020B0609020204030204" pitchFamily="49" charset="0"/>
              </a:rPr>
              <a:t>    .</a:t>
            </a:r>
            <a:r>
              <a:rPr lang="ru-RU" sz="2000" dirty="0" err="1">
                <a:latin typeface="Consolas" panose="020B0609020204030204" pitchFamily="49" charset="0"/>
              </a:rPr>
              <a:t>setParameter</a:t>
            </a:r>
            <a:r>
              <a:rPr lang="ru-RU" sz="2000" dirty="0">
                <a:latin typeface="Consolas" panose="020B0609020204030204" pitchFamily="49" charset="0"/>
              </a:rPr>
              <a:t>("</a:t>
            </a:r>
            <a:r>
              <a:rPr lang="ru-RU" sz="2000" dirty="0" err="1">
                <a:latin typeface="Consolas" panose="020B0609020204030204" pitchFamily="49" charset="0"/>
              </a:rPr>
              <a:t>username</a:t>
            </a:r>
            <a:r>
              <a:rPr lang="ru-RU" sz="2000" dirty="0">
                <a:latin typeface="Consolas" panose="020B0609020204030204" pitchFamily="49" charset="0"/>
              </a:rPr>
              <a:t>", "Иван Иванович");</a:t>
            </a:r>
          </a:p>
          <a:p>
            <a:pPr marL="0" indent="0">
              <a:buNone/>
            </a:pPr>
            <a:r>
              <a:rPr lang="ru-RU" sz="2000" dirty="0">
                <a:latin typeface="Consolas" panose="020B0609020204030204" pitchFamily="49" charset="0"/>
              </a:rPr>
              <a:t>List&lt;</a:t>
            </a:r>
            <a:r>
              <a:rPr lang="ru-RU" sz="2000" dirty="0" err="1">
                <a:latin typeface="Consolas" panose="020B0609020204030204" pitchFamily="49" charset="0"/>
              </a:rPr>
              <a:t>EmployeeTask</a:t>
            </a:r>
            <a:r>
              <a:rPr lang="ru-RU" sz="2000" dirty="0">
                <a:latin typeface="Consolas" panose="020B0609020204030204" pitchFamily="49" charset="0"/>
              </a:rPr>
              <a:t>&gt; </a:t>
            </a:r>
            <a:r>
              <a:rPr lang="ru-RU" sz="2000" dirty="0" err="1">
                <a:latin typeface="Consolas" panose="020B0609020204030204" pitchFamily="49" charset="0"/>
              </a:rPr>
              <a:t>resultLIst</a:t>
            </a:r>
            <a:r>
              <a:rPr lang="ru-RU" sz="2000" dirty="0">
                <a:latin typeface="Consolas" panose="020B0609020204030204" pitchFamily="49" charset="0"/>
              </a:rPr>
              <a:t> = </a:t>
            </a:r>
            <a:r>
              <a:rPr lang="ru-RU" sz="2000" dirty="0" err="1">
                <a:latin typeface="Consolas" panose="020B0609020204030204" pitchFamily="49" charset="0"/>
              </a:rPr>
              <a:t>query.list</a:t>
            </a:r>
            <a:r>
              <a:rPr lang="ru-RU" sz="2000" dirty="0">
                <a:latin typeface="Consolas" panose="020B0609020204030204" pitchFamily="49" charset="0"/>
              </a:rPr>
              <a:t>();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dirty="0" err="1"/>
              <a:t>Criteria</a:t>
            </a:r>
            <a:r>
              <a:rPr lang="ru-RU" dirty="0"/>
              <a:t> API</a:t>
            </a:r>
          </a:p>
        </p:txBody>
      </p:sp>
      <p:sp>
        <p:nvSpPr>
          <p:cNvPr id="165" name="PlaceHolder 2"/>
          <p:cNvSpPr>
            <a:spLocks noGrp="1"/>
          </p:cNvSpPr>
          <p:nvPr>
            <p:ph idx="4294967295"/>
          </p:nvPr>
        </p:nvSpPr>
        <p:spPr>
          <a:xfrm>
            <a:off x="699249" y="1092403"/>
            <a:ext cx="10799762" cy="960133"/>
          </a:xfrm>
          <a:noFill/>
          <a:ln w="0">
            <a:noFill/>
          </a:ln>
        </p:spPr>
        <p:txBody>
          <a:bodyPr lIns="0" tIns="0" rIns="0" bIns="0" anchor="t">
            <a:normAutofit fontScale="93000"/>
          </a:bodyPr>
          <a:lstStyle/>
          <a:p>
            <a:r>
              <a:rPr lang="ru-RU" dirty="0"/>
              <a:t>В </a:t>
            </a:r>
            <a:r>
              <a:rPr lang="ru-RU" dirty="0" err="1"/>
              <a:t>Hibernate</a:t>
            </a:r>
            <a:r>
              <a:rPr lang="ru-RU" dirty="0"/>
              <a:t> вместо того, чтобы писать HQL запросы в виде текста, можно использовать функциональный подход.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4D6ABF-8FDA-A9CE-14C1-8D700332065D}"/>
              </a:ext>
            </a:extLst>
          </p:cNvPr>
          <p:cNvSpPr txBox="1"/>
          <p:nvPr/>
        </p:nvSpPr>
        <p:spPr>
          <a:xfrm>
            <a:off x="699249" y="2519065"/>
            <a:ext cx="107997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Consolas" panose="020B0609020204030204" pitchFamily="49" charset="0"/>
              </a:rPr>
              <a:t>CriteriaBuilder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builder</a:t>
            </a:r>
            <a:r>
              <a:rPr lang="ru-RU" dirty="0">
                <a:latin typeface="Consolas" panose="020B0609020204030204" pitchFamily="49" charset="0"/>
              </a:rPr>
              <a:t> = </a:t>
            </a:r>
            <a:r>
              <a:rPr lang="ru-RU" dirty="0" err="1">
                <a:latin typeface="Consolas" panose="020B0609020204030204" pitchFamily="49" charset="0"/>
              </a:rPr>
              <a:t>session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        .</a:t>
            </a:r>
            <a:r>
              <a:rPr lang="ru-RU" dirty="0" err="1">
                <a:latin typeface="Consolas" panose="020B0609020204030204" pitchFamily="49" charset="0"/>
              </a:rPr>
              <a:t>getCriteriaBuilder</a:t>
            </a:r>
            <a:r>
              <a:rPr lang="ru-RU" dirty="0">
                <a:latin typeface="Consolas" panose="020B0609020204030204" pitchFamily="49" charset="0"/>
              </a:rPr>
              <a:t>();</a:t>
            </a:r>
          </a:p>
          <a:p>
            <a:r>
              <a:rPr lang="ru-RU" dirty="0" err="1">
                <a:latin typeface="Consolas" panose="020B0609020204030204" pitchFamily="49" charset="0"/>
              </a:rPr>
              <a:t>CriteriaQuery</a:t>
            </a:r>
            <a:r>
              <a:rPr lang="ru-RU" dirty="0">
                <a:latin typeface="Consolas" panose="020B0609020204030204" pitchFamily="49" charset="0"/>
              </a:rPr>
              <a:t>&lt;</a:t>
            </a:r>
            <a:r>
              <a:rPr lang="ru-RU" dirty="0" err="1">
                <a:latin typeface="Consolas" panose="020B0609020204030204" pitchFamily="49" charset="0"/>
              </a:rPr>
              <a:t>Employee</a:t>
            </a:r>
            <a:r>
              <a:rPr lang="ru-RU" dirty="0">
                <a:latin typeface="Consolas" panose="020B0609020204030204" pitchFamily="49" charset="0"/>
              </a:rPr>
              <a:t>&gt; </a:t>
            </a:r>
            <a:r>
              <a:rPr lang="ru-RU" dirty="0" err="1">
                <a:latin typeface="Consolas" panose="020B0609020204030204" pitchFamily="49" charset="0"/>
              </a:rPr>
              <a:t>critQuery</a:t>
            </a:r>
            <a:r>
              <a:rPr lang="ru-RU" dirty="0">
                <a:latin typeface="Consolas" panose="020B0609020204030204" pitchFamily="49" charset="0"/>
              </a:rPr>
              <a:t> = </a:t>
            </a:r>
            <a:r>
              <a:rPr lang="ru-RU" dirty="0" err="1">
                <a:latin typeface="Consolas" panose="020B0609020204030204" pitchFamily="49" charset="0"/>
              </a:rPr>
              <a:t>builder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        .</a:t>
            </a:r>
            <a:r>
              <a:rPr lang="ru-RU" dirty="0" err="1">
                <a:latin typeface="Consolas" panose="020B0609020204030204" pitchFamily="49" charset="0"/>
              </a:rPr>
              <a:t>createQuery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Employee.class</a:t>
            </a:r>
            <a:r>
              <a:rPr lang="ru-RU" dirty="0">
                <a:latin typeface="Consolas" panose="020B0609020204030204" pitchFamily="49" charset="0"/>
              </a:rPr>
              <a:t>);</a:t>
            </a:r>
          </a:p>
          <a:p>
            <a:r>
              <a:rPr lang="ru-RU" dirty="0" err="1">
                <a:latin typeface="Consolas" panose="020B0609020204030204" pitchFamily="49" charset="0"/>
              </a:rPr>
              <a:t>Root</a:t>
            </a:r>
            <a:r>
              <a:rPr lang="ru-RU" dirty="0">
                <a:latin typeface="Consolas" panose="020B0609020204030204" pitchFamily="49" charset="0"/>
              </a:rPr>
              <a:t>&lt;</a:t>
            </a:r>
            <a:r>
              <a:rPr lang="ru-RU" dirty="0" err="1">
                <a:latin typeface="Consolas" panose="020B0609020204030204" pitchFamily="49" charset="0"/>
              </a:rPr>
              <a:t>Employee</a:t>
            </a:r>
            <a:r>
              <a:rPr lang="ru-RU" dirty="0">
                <a:latin typeface="Consolas" panose="020B0609020204030204" pitchFamily="49" charset="0"/>
              </a:rPr>
              <a:t>&gt; </a:t>
            </a:r>
            <a:r>
              <a:rPr lang="ru-RU" dirty="0" err="1">
                <a:latin typeface="Consolas" panose="020B0609020204030204" pitchFamily="49" charset="0"/>
              </a:rPr>
              <a:t>root</a:t>
            </a:r>
            <a:r>
              <a:rPr lang="ru-RU" dirty="0">
                <a:latin typeface="Consolas" panose="020B0609020204030204" pitchFamily="49" charset="0"/>
              </a:rPr>
              <a:t> = </a:t>
            </a:r>
            <a:r>
              <a:rPr lang="ru-RU" dirty="0" err="1">
                <a:latin typeface="Consolas" panose="020B0609020204030204" pitchFamily="49" charset="0"/>
              </a:rPr>
              <a:t>critQuery.from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Employee.class</a:t>
            </a:r>
            <a:r>
              <a:rPr lang="ru-RU" dirty="0">
                <a:latin typeface="Consolas" panose="020B0609020204030204" pitchFamily="49" charset="0"/>
              </a:rPr>
              <a:t>);</a:t>
            </a:r>
          </a:p>
          <a:p>
            <a:r>
              <a:rPr lang="ru-RU" dirty="0" err="1">
                <a:latin typeface="Consolas" panose="020B0609020204030204" pitchFamily="49" charset="0"/>
              </a:rPr>
              <a:t>critQuery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       .</a:t>
            </a:r>
            <a:r>
              <a:rPr lang="ru-RU" dirty="0" err="1">
                <a:latin typeface="Consolas" panose="020B0609020204030204" pitchFamily="49" charset="0"/>
              </a:rPr>
              <a:t>select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root</a:t>
            </a:r>
            <a:r>
              <a:rPr lang="ru-RU" dirty="0"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latin typeface="Consolas" panose="020B0609020204030204" pitchFamily="49" charset="0"/>
              </a:rPr>
              <a:t>       .</a:t>
            </a:r>
            <a:r>
              <a:rPr lang="ru-RU" dirty="0" err="1">
                <a:latin typeface="Consolas" panose="020B0609020204030204" pitchFamily="49" charset="0"/>
              </a:rPr>
              <a:t>where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builder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              .</a:t>
            </a:r>
            <a:r>
              <a:rPr lang="ru-RU" dirty="0" err="1">
                <a:latin typeface="Consolas" panose="020B0609020204030204" pitchFamily="49" charset="0"/>
              </a:rPr>
              <a:t>between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root.get</a:t>
            </a:r>
            <a:r>
              <a:rPr lang="ru-RU" dirty="0">
                <a:latin typeface="Consolas" panose="020B0609020204030204" pitchFamily="49" charset="0"/>
              </a:rPr>
              <a:t>("</a:t>
            </a:r>
            <a:r>
              <a:rPr lang="ru-RU" dirty="0" err="1">
                <a:latin typeface="Consolas" panose="020B0609020204030204" pitchFamily="49" charset="0"/>
              </a:rPr>
              <a:t>salary</a:t>
            </a:r>
            <a:r>
              <a:rPr lang="ru-RU" dirty="0">
                <a:latin typeface="Consolas" panose="020B0609020204030204" pitchFamily="49" charset="0"/>
              </a:rPr>
              <a:t>"), 10000, 50000));</a:t>
            </a:r>
          </a:p>
          <a:p>
            <a:r>
              <a:rPr lang="ru-RU" dirty="0" err="1">
                <a:latin typeface="Consolas" panose="020B0609020204030204" pitchFamily="49" charset="0"/>
              </a:rPr>
              <a:t>Query</a:t>
            </a:r>
            <a:r>
              <a:rPr lang="ru-RU" dirty="0">
                <a:latin typeface="Consolas" panose="020B0609020204030204" pitchFamily="49" charset="0"/>
              </a:rPr>
              <a:t>&lt;</a:t>
            </a:r>
            <a:r>
              <a:rPr lang="ru-RU" dirty="0" err="1">
                <a:latin typeface="Consolas" panose="020B0609020204030204" pitchFamily="49" charset="0"/>
              </a:rPr>
              <a:t>Employee</a:t>
            </a:r>
            <a:r>
              <a:rPr lang="ru-RU" dirty="0">
                <a:latin typeface="Consolas" panose="020B0609020204030204" pitchFamily="49" charset="0"/>
              </a:rPr>
              <a:t>&gt; </a:t>
            </a:r>
            <a:r>
              <a:rPr lang="ru-RU" dirty="0" err="1">
                <a:latin typeface="Consolas" panose="020B0609020204030204" pitchFamily="49" charset="0"/>
              </a:rPr>
              <a:t>query</a:t>
            </a:r>
            <a:r>
              <a:rPr lang="ru-RU" dirty="0">
                <a:latin typeface="Consolas" panose="020B0609020204030204" pitchFamily="49" charset="0"/>
              </a:rPr>
              <a:t> = </a:t>
            </a:r>
            <a:r>
              <a:rPr lang="ru-RU" dirty="0" err="1">
                <a:latin typeface="Consolas" panose="020B0609020204030204" pitchFamily="49" charset="0"/>
              </a:rPr>
              <a:t>session.createQuery</a:t>
            </a:r>
            <a:r>
              <a:rPr lang="ru-RU" dirty="0">
                <a:latin typeface="Consolas" panose="020B0609020204030204" pitchFamily="49" charset="0"/>
              </a:rPr>
              <a:t>(</a:t>
            </a:r>
            <a:r>
              <a:rPr lang="ru-RU" dirty="0" err="1">
                <a:latin typeface="Consolas" panose="020B0609020204030204" pitchFamily="49" charset="0"/>
              </a:rPr>
              <a:t>critQuery</a:t>
            </a:r>
            <a:r>
              <a:rPr lang="ru-RU" dirty="0">
                <a:latin typeface="Consolas" panose="020B0609020204030204" pitchFamily="49" charset="0"/>
              </a:rPr>
              <a:t>);</a:t>
            </a:r>
          </a:p>
          <a:p>
            <a:r>
              <a:rPr lang="ru-RU" dirty="0">
                <a:latin typeface="Consolas" panose="020B0609020204030204" pitchFamily="49" charset="0"/>
              </a:rPr>
              <a:t>List&lt;</a:t>
            </a:r>
            <a:r>
              <a:rPr lang="ru-RU" dirty="0" err="1">
                <a:latin typeface="Consolas" panose="020B0609020204030204" pitchFamily="49" charset="0"/>
              </a:rPr>
              <a:t>Employee</a:t>
            </a:r>
            <a:r>
              <a:rPr lang="ru-RU" dirty="0">
                <a:latin typeface="Consolas" panose="020B0609020204030204" pitchFamily="49" charset="0"/>
              </a:rPr>
              <a:t>&gt; </a:t>
            </a:r>
            <a:r>
              <a:rPr lang="ru-RU" dirty="0" err="1">
                <a:latin typeface="Consolas" panose="020B0609020204030204" pitchFamily="49" charset="0"/>
              </a:rPr>
              <a:t>results</a:t>
            </a:r>
            <a:r>
              <a:rPr lang="ru-RU" dirty="0">
                <a:latin typeface="Consolas" panose="020B0609020204030204" pitchFamily="49" charset="0"/>
              </a:rPr>
              <a:t> = </a:t>
            </a:r>
            <a:r>
              <a:rPr lang="ru-RU" dirty="0" err="1">
                <a:latin typeface="Consolas" panose="020B0609020204030204" pitchFamily="49" charset="0"/>
              </a:rPr>
              <a:t>query.getResultList</a:t>
            </a:r>
            <a:r>
              <a:rPr lang="ru-RU" dirty="0">
                <a:latin typeface="Consolas" panose="020B0609020204030204" pitchFamily="49" charset="0"/>
              </a:rPr>
              <a:t>();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98740" y="284176"/>
            <a:ext cx="10800271" cy="604345"/>
          </a:xfr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/>
              <a:t>JPA Buddy</a:t>
            </a:r>
          </a:p>
        </p:txBody>
      </p:sp>
      <p:sp>
        <p:nvSpPr>
          <p:cNvPr id="156" name="PlaceHolder 2"/>
          <p:cNvSpPr>
            <a:spLocks noGrp="1"/>
          </p:cNvSpPr>
          <p:nvPr>
            <p:ph idx="1"/>
          </p:nvPr>
        </p:nvSpPr>
        <p:spPr>
          <a:xfrm>
            <a:off x="698740" y="1082851"/>
            <a:ext cx="10800271" cy="5340003"/>
          </a:xfr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r>
              <a:rPr lang="ru-RU"/>
              <a:t>Плагин для Intellij IDEA</a:t>
            </a:r>
          </a:p>
          <a:p>
            <a:r>
              <a:rPr lang="ru-RU"/>
              <a:t>Генерация аннотаций для сущностных классов</a:t>
            </a:r>
          </a:p>
          <a:p>
            <a:r>
              <a:rPr lang="ru-RU"/>
              <a:t>Класс &lt;=&gt; SQL</a:t>
            </a:r>
          </a:p>
          <a:p>
            <a:r>
              <a:rPr lang="ru-RU"/>
              <a:t>Большинство функций для Ultimate</a:t>
            </a:r>
          </a:p>
        </p:txBody>
      </p:sp>
      <p:pic>
        <p:nvPicPr>
          <p:cNvPr id="157" name="Рисунок 156"/>
          <p:cNvPicPr/>
          <p:nvPr/>
        </p:nvPicPr>
        <p:blipFill>
          <a:blip r:embed="rId2"/>
          <a:stretch/>
        </p:blipFill>
        <p:spPr>
          <a:xfrm>
            <a:off x="8578534" y="1286703"/>
            <a:ext cx="3160469" cy="810254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Другая 1">
      <a:dk1>
        <a:srgbClr val="141414"/>
      </a:dk1>
      <a:lt1>
        <a:srgbClr val="FFFFFF"/>
      </a:lt1>
      <a:dk2>
        <a:srgbClr val="002060"/>
      </a:dk2>
      <a:lt2>
        <a:srgbClr val="00B7FF"/>
      </a:lt2>
      <a:accent1>
        <a:srgbClr val="CF8CDC"/>
      </a:accent1>
      <a:accent2>
        <a:srgbClr val="35B16D"/>
      </a:accent2>
      <a:accent3>
        <a:srgbClr val="BEDE58"/>
      </a:accent3>
      <a:accent4>
        <a:srgbClr val="769AEA"/>
      </a:accent4>
      <a:accent5>
        <a:srgbClr val="EEA358"/>
      </a:accent5>
      <a:accent6>
        <a:srgbClr val="598F95"/>
      </a:accent6>
      <a:hlink>
        <a:srgbClr val="0070C0"/>
      </a:hlink>
      <a:folHlink>
        <a:srgbClr val="7030A0"/>
      </a:folHlink>
    </a:clrScheme>
    <a:fontScheme name="Teamscore">
      <a:majorFont>
        <a:latin typeface="Rawline SemiBold"/>
        <a:ea typeface=""/>
        <a:cs typeface=""/>
      </a:majorFont>
      <a:minorFont>
        <a:latin typeface="Rawline"/>
        <a:ea typeface=""/>
        <a:cs typeface="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7CF026C-957E-4F4E-893C-D02C23AB631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0B0F712BFA97D34087CB680683BA5EA0" ma:contentTypeVersion="7" ma:contentTypeDescription="Создание документа." ma:contentTypeScope="" ma:versionID="b672df4cf717814188d7b5d533b8fdb7">
  <xsd:schema xmlns:xsd="http://www.w3.org/2001/XMLSchema" xmlns:xs="http://www.w3.org/2001/XMLSchema" xmlns:p="http://schemas.microsoft.com/office/2006/metadata/properties" xmlns:ns2="9f70573d-11ac-4912-b01a-109087d151f5" targetNamespace="http://schemas.microsoft.com/office/2006/metadata/properties" ma:root="true" ma:fieldsID="0f53d06d25aa28179db5084bd02b4c1a" ns2:_="">
    <xsd:import namespace="9f70573d-11ac-4912-b01a-109087d1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0573d-11ac-4912-b01a-109087d1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2914701-0229-4275-B44A-A50EA9D882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420F0F-0EE8-4507-9E46-C69888F8A2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70573d-11ac-4912-b01a-109087d151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E8EAEB7-6DC6-4A85-97BE-0E93CAD87645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9f70573d-11ac-4912-b01a-109087d151f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3615</TotalTime>
  <Words>549</Words>
  <Application>Microsoft Office PowerPoint</Application>
  <PresentationFormat>Широкоэкранный</PresentationFormat>
  <Paragraphs>113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Consolas</vt:lpstr>
      <vt:lpstr>DejaVu Sans</vt:lpstr>
      <vt:lpstr>Rawline</vt:lpstr>
      <vt:lpstr>Rawline SemiBold</vt:lpstr>
      <vt:lpstr>Wingdings</vt:lpstr>
      <vt:lpstr>Окаймление</vt:lpstr>
      <vt:lpstr>Java05 – Базы данных. JPA. Hibernate. Test DB</vt:lpstr>
      <vt:lpstr>JPA (библиотека jakarta)</vt:lpstr>
      <vt:lpstr>Класс vs. Таблица БД</vt:lpstr>
      <vt:lpstr>Hibernate vs. JPA</vt:lpstr>
      <vt:lpstr>Persistance</vt:lpstr>
      <vt:lpstr>Статусы сущностей</vt:lpstr>
      <vt:lpstr>Entity Life Cycle</vt:lpstr>
      <vt:lpstr>Repository</vt:lpstr>
      <vt:lpstr>HQL</vt:lpstr>
      <vt:lpstr>Criteria API</vt:lpstr>
      <vt:lpstr>JPA Buddy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 Java</dc:title>
  <dc:creator>Анастасия Коробецкая</dc:creator>
  <cp:lastModifiedBy>Анастасия Коробецкая</cp:lastModifiedBy>
  <cp:revision>164</cp:revision>
  <dcterms:created xsi:type="dcterms:W3CDTF">2022-11-07T10:23:53Z</dcterms:created>
  <dcterms:modified xsi:type="dcterms:W3CDTF">2025-12-18T14:59:46Z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0x0101000B0F712BFA97D34087CB680683BA5EA0</vt:lpwstr>
  </property>
</Properties>
</file>