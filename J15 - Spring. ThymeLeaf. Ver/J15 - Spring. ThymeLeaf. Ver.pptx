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6" r:id="rId4"/>
  </p:sldMasterIdLst>
  <p:sldIdLst>
    <p:sldId id="256" r:id="rId5"/>
    <p:sldId id="257" r:id="rId6"/>
    <p:sldId id="261" r:id="rId7"/>
    <p:sldId id="272" r:id="rId8"/>
    <p:sldId id="271" r:id="rId9"/>
    <p:sldId id="266" r:id="rId10"/>
    <p:sldId id="267" r:id="rId11"/>
    <p:sldId id="270" r:id="rId12"/>
    <p:sldId id="273" r:id="rId13"/>
    <p:sldId id="274" r:id="rId14"/>
    <p:sldId id="275" r:id="rId15"/>
    <p:sldId id="276" r:id="rId16"/>
    <p:sldId id="269"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00617A0F-7F67-4257-AB40-5F746527CA12}">
          <p14:sldIdLst>
            <p14:sldId id="256"/>
            <p14:sldId id="257"/>
            <p14:sldId id="261"/>
            <p14:sldId id="272"/>
            <p14:sldId id="271"/>
          </p14:sldIdLst>
        </p14:section>
        <p14:section name="Версионирование" id="{3401B076-775F-404A-AC91-DB576411B383}">
          <p14:sldIdLst>
            <p14:sldId id="266"/>
            <p14:sldId id="267"/>
            <p14:sldId id="270"/>
            <p14:sldId id="273"/>
            <p14:sldId id="274"/>
            <p14:sldId id="275"/>
            <p14:sldId id="276"/>
            <p14:sldId id="269"/>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FF9933"/>
    <a:srgbClr val="41B3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726E9E-C9C9-4216-98D0-52E8E7C2E0E4}" v="54" dt="2022-11-07T11:11:56.381"/>
    <p1510:client id="{D305E02F-D4CB-40EF-8E11-6F1F8A188380}" v="2" dt="2022-11-07T11:58:18.323"/>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2DE63D5-997A-4646-A377-4702673A728D}" styleName="Светлый стиль 2 — акцент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Средний стиль 3 — акцент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0A1B5D5-9B99-4C35-A422-299274C87663}" styleName="Средний стиль 1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Светлый стиль 2 — акцент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Светлый стиль 2 — акцент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Светлый стиль 2 — акцент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Светлый стиль 3 — акцент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Светлый стиль 3 — акцент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A107856-5554-42FB-B03E-39F5DBC370BA}" styleName="Средний стиль 4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7292A2E-F333-43FB-9621-5CBBE7FDCDCB}" styleName="Светлый стиль 2 — акцент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122" autoAdjust="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Анастасия Коробецкая" userId="9fe37188-348c-49f0-8008-a466955ee907" providerId="ADAL" clId="{B2726E9E-C9C9-4216-98D0-52E8E7C2E0E4}"/>
    <pc:docChg chg="undo custSel addSld modSld sldOrd modMainMaster">
      <pc:chgData name="Анастасия Коробецкая" userId="9fe37188-348c-49f0-8008-a466955ee907" providerId="ADAL" clId="{B2726E9E-C9C9-4216-98D0-52E8E7C2E0E4}" dt="2022-11-07T11:22:31.036" v="1324" actId="1076"/>
      <pc:docMkLst>
        <pc:docMk/>
      </pc:docMkLst>
      <pc:sldChg chg="modSp new mod">
        <pc:chgData name="Анастасия Коробецкая" userId="9fe37188-348c-49f0-8008-a466955ee907" providerId="ADAL" clId="{B2726E9E-C9C9-4216-98D0-52E8E7C2E0E4}" dt="2022-11-07T10:32:19.610" v="28"/>
        <pc:sldMkLst>
          <pc:docMk/>
          <pc:sldMk cId="193178965" sldId="256"/>
        </pc:sldMkLst>
        <pc:spChg chg="mod">
          <ac:chgData name="Анастасия Коробецкая" userId="9fe37188-348c-49f0-8008-a466955ee907" providerId="ADAL" clId="{B2726E9E-C9C9-4216-98D0-52E8E7C2E0E4}" dt="2022-11-07T10:32:19.610" v="28"/>
          <ac:spMkLst>
            <pc:docMk/>
            <pc:sldMk cId="193178965" sldId="256"/>
            <ac:spMk id="2" creationId="{0BA106B5-F56B-E118-4C2E-85FA4FDACD3A}"/>
          </ac:spMkLst>
        </pc:spChg>
        <pc:spChg chg="mod">
          <ac:chgData name="Анастасия Коробецкая" userId="9fe37188-348c-49f0-8008-a466955ee907" providerId="ADAL" clId="{B2726E9E-C9C9-4216-98D0-52E8E7C2E0E4}" dt="2022-11-07T10:32:19.610" v="28"/>
          <ac:spMkLst>
            <pc:docMk/>
            <pc:sldMk cId="193178965" sldId="256"/>
            <ac:spMk id="3" creationId="{2971B750-910B-6CB3-B4F5-4179D6B00F05}"/>
          </ac:spMkLst>
        </pc:spChg>
      </pc:sldChg>
      <pc:sldChg chg="addSp modSp new mod">
        <pc:chgData name="Анастасия Коробецкая" userId="9fe37188-348c-49f0-8008-a466955ee907" providerId="ADAL" clId="{B2726E9E-C9C9-4216-98D0-52E8E7C2E0E4}" dt="2022-11-07T10:39:52.715" v="177" actId="13240"/>
        <pc:sldMkLst>
          <pc:docMk/>
          <pc:sldMk cId="3209408932" sldId="257"/>
        </pc:sldMkLst>
        <pc:spChg chg="mod">
          <ac:chgData name="Анастасия Коробецкая" userId="9fe37188-348c-49f0-8008-a466955ee907" providerId="ADAL" clId="{B2726E9E-C9C9-4216-98D0-52E8E7C2E0E4}" dt="2022-11-07T10:36:07.506" v="61" actId="20577"/>
          <ac:spMkLst>
            <pc:docMk/>
            <pc:sldMk cId="3209408932" sldId="257"/>
            <ac:spMk id="2" creationId="{3ED89B6E-5D4A-F8EB-A984-58654302BC66}"/>
          </ac:spMkLst>
        </pc:spChg>
        <pc:graphicFrameChg chg="add mod modGraphic">
          <ac:chgData name="Анастасия Коробецкая" userId="9fe37188-348c-49f0-8008-a466955ee907" providerId="ADAL" clId="{B2726E9E-C9C9-4216-98D0-52E8E7C2E0E4}" dt="2022-11-07T10:39:52.715" v="177" actId="13240"/>
          <ac:graphicFrameMkLst>
            <pc:docMk/>
            <pc:sldMk cId="3209408932" sldId="257"/>
            <ac:graphicFrameMk id="3" creationId="{E49C3C8C-4A88-910A-8930-6F7449E44D89}"/>
          </ac:graphicFrameMkLst>
        </pc:graphicFrameChg>
      </pc:sldChg>
      <pc:sldChg chg="modSp new mod">
        <pc:chgData name="Анастасия Коробецкая" userId="9fe37188-348c-49f0-8008-a466955ee907" providerId="ADAL" clId="{B2726E9E-C9C9-4216-98D0-52E8E7C2E0E4}" dt="2022-11-07T10:58:40.635" v="525" actId="20577"/>
        <pc:sldMkLst>
          <pc:docMk/>
          <pc:sldMk cId="4205047303" sldId="258"/>
        </pc:sldMkLst>
        <pc:spChg chg="mod">
          <ac:chgData name="Анастасия Коробецкая" userId="9fe37188-348c-49f0-8008-a466955ee907" providerId="ADAL" clId="{B2726E9E-C9C9-4216-98D0-52E8E7C2E0E4}" dt="2022-11-07T10:40:11.421" v="191" actId="20577"/>
          <ac:spMkLst>
            <pc:docMk/>
            <pc:sldMk cId="4205047303" sldId="258"/>
            <ac:spMk id="2" creationId="{7FF6C551-F61A-9612-620D-939C8BDD073B}"/>
          </ac:spMkLst>
        </pc:spChg>
        <pc:spChg chg="mod">
          <ac:chgData name="Анастасия Коробецкая" userId="9fe37188-348c-49f0-8008-a466955ee907" providerId="ADAL" clId="{B2726E9E-C9C9-4216-98D0-52E8E7C2E0E4}" dt="2022-11-07T10:58:40.635" v="525" actId="20577"/>
          <ac:spMkLst>
            <pc:docMk/>
            <pc:sldMk cId="4205047303" sldId="258"/>
            <ac:spMk id="3" creationId="{46C3A537-A53C-DA04-6D6C-E605E2CC9BE6}"/>
          </ac:spMkLst>
        </pc:spChg>
      </pc:sldChg>
      <pc:sldChg chg="modSp new mod ord">
        <pc:chgData name="Анастасия Коробецкая" userId="9fe37188-348c-49f0-8008-a466955ee907" providerId="ADAL" clId="{B2726E9E-C9C9-4216-98D0-52E8E7C2E0E4}" dt="2022-11-07T11:04:31.772" v="670"/>
        <pc:sldMkLst>
          <pc:docMk/>
          <pc:sldMk cId="178578277" sldId="259"/>
        </pc:sldMkLst>
        <pc:spChg chg="mod">
          <ac:chgData name="Анастасия Коробецкая" userId="9fe37188-348c-49f0-8008-a466955ee907" providerId="ADAL" clId="{B2726E9E-C9C9-4216-98D0-52E8E7C2E0E4}" dt="2022-11-07T10:42:48.996" v="441" actId="20577"/>
          <ac:spMkLst>
            <pc:docMk/>
            <pc:sldMk cId="178578277" sldId="259"/>
            <ac:spMk id="2" creationId="{7052A7CF-7896-AD79-48C0-128AEE84B3D3}"/>
          </ac:spMkLst>
        </pc:spChg>
        <pc:spChg chg="mod">
          <ac:chgData name="Анастасия Коробецкая" userId="9fe37188-348c-49f0-8008-a466955ee907" providerId="ADAL" clId="{B2726E9E-C9C9-4216-98D0-52E8E7C2E0E4}" dt="2022-11-07T11:00:32.228" v="547"/>
          <ac:spMkLst>
            <pc:docMk/>
            <pc:sldMk cId="178578277" sldId="259"/>
            <ac:spMk id="3" creationId="{7D81D21E-F427-8C17-76B7-8CB2241926A3}"/>
          </ac:spMkLst>
        </pc:spChg>
      </pc:sldChg>
      <pc:sldChg chg="addSp delSp modSp new mod ord">
        <pc:chgData name="Анастасия Коробецкая" userId="9fe37188-348c-49f0-8008-a466955ee907" providerId="ADAL" clId="{B2726E9E-C9C9-4216-98D0-52E8E7C2E0E4}" dt="2022-11-07T11:22:31.036" v="1324" actId="1076"/>
        <pc:sldMkLst>
          <pc:docMk/>
          <pc:sldMk cId="2993561717" sldId="260"/>
        </pc:sldMkLst>
        <pc:spChg chg="mod">
          <ac:chgData name="Анастасия Коробецкая" userId="9fe37188-348c-49f0-8008-a466955ee907" providerId="ADAL" clId="{B2726E9E-C9C9-4216-98D0-52E8E7C2E0E4}" dt="2022-11-07T11:04:35.324" v="678" actId="20577"/>
          <ac:spMkLst>
            <pc:docMk/>
            <pc:sldMk cId="2993561717" sldId="260"/>
            <ac:spMk id="2" creationId="{858339BC-34CA-72E0-BF21-A0FE847337E9}"/>
          </ac:spMkLst>
        </pc:spChg>
        <pc:spChg chg="del mod">
          <ac:chgData name="Анастасия Коробецкая" userId="9fe37188-348c-49f0-8008-a466955ee907" providerId="ADAL" clId="{B2726E9E-C9C9-4216-98D0-52E8E7C2E0E4}" dt="2022-11-07T11:07:03.504" v="742" actId="3680"/>
          <ac:spMkLst>
            <pc:docMk/>
            <pc:sldMk cId="2993561717" sldId="260"/>
            <ac:spMk id="3" creationId="{55F5D6DA-6FB1-032A-67B7-DCF23C3270B5}"/>
          </ac:spMkLst>
        </pc:spChg>
        <pc:spChg chg="add mod">
          <ac:chgData name="Анастасия Коробецкая" userId="9fe37188-348c-49f0-8008-a466955ee907" providerId="ADAL" clId="{B2726E9E-C9C9-4216-98D0-52E8E7C2E0E4}" dt="2022-11-07T11:16:51.660" v="1323" actId="1076"/>
          <ac:spMkLst>
            <pc:docMk/>
            <pc:sldMk cId="2993561717" sldId="260"/>
            <ac:spMk id="5" creationId="{BB3613A7-A70C-ECB0-C617-8A06E15464B4}"/>
          </ac:spMkLst>
        </pc:spChg>
        <pc:graphicFrameChg chg="add mod ord modGraphic">
          <ac:chgData name="Анастасия Коробецкая" userId="9fe37188-348c-49f0-8008-a466955ee907" providerId="ADAL" clId="{B2726E9E-C9C9-4216-98D0-52E8E7C2E0E4}" dt="2022-11-07T11:22:31.036" v="1324" actId="1076"/>
          <ac:graphicFrameMkLst>
            <pc:docMk/>
            <pc:sldMk cId="2993561717" sldId="260"/>
            <ac:graphicFrameMk id="4" creationId="{78C68678-741D-9B7C-4BFC-2369E33C4185}"/>
          </ac:graphicFrameMkLst>
        </pc:graphicFrameChg>
      </pc:sldChg>
      <pc:sldChg chg="modSp add mod ord">
        <pc:chgData name="Анастасия Коробецкая" userId="9fe37188-348c-49f0-8008-a466955ee907" providerId="ADAL" clId="{B2726E9E-C9C9-4216-98D0-52E8E7C2E0E4}" dt="2022-11-07T11:03:54.787" v="666" actId="20577"/>
        <pc:sldMkLst>
          <pc:docMk/>
          <pc:sldMk cId="3837016682" sldId="407"/>
        </pc:sldMkLst>
        <pc:spChg chg="mod">
          <ac:chgData name="Анастасия Коробецкая" userId="9fe37188-348c-49f0-8008-a466955ee907" providerId="ADAL" clId="{B2726E9E-C9C9-4216-98D0-52E8E7C2E0E4}" dt="2022-11-07T11:01:02.611" v="554" actId="6549"/>
          <ac:spMkLst>
            <pc:docMk/>
            <pc:sldMk cId="3837016682" sldId="407"/>
            <ac:spMk id="2" creationId="{C70F69D1-278D-4D18-862B-C0371269EE70}"/>
          </ac:spMkLst>
        </pc:spChg>
        <pc:spChg chg="mod">
          <ac:chgData name="Анастасия Коробецкая" userId="9fe37188-348c-49f0-8008-a466955ee907" providerId="ADAL" clId="{B2726E9E-C9C9-4216-98D0-52E8E7C2E0E4}" dt="2022-11-07T11:03:54.787" v="666" actId="20577"/>
          <ac:spMkLst>
            <pc:docMk/>
            <pc:sldMk cId="3837016682" sldId="407"/>
            <ac:spMk id="3" creationId="{2D13F0D0-1795-44DF-A120-ABCD5E931AB3}"/>
          </ac:spMkLst>
        </pc:spChg>
      </pc:sldChg>
      <pc:sldMasterChg chg="modSp mod setBg modSldLayout">
        <pc:chgData name="Анастасия Коробецкая" userId="9fe37188-348c-49f0-8008-a466955ee907" providerId="ADAL" clId="{B2726E9E-C9C9-4216-98D0-52E8E7C2E0E4}" dt="2022-11-07T10:35:25.591" v="51" actId="207"/>
        <pc:sldMasterMkLst>
          <pc:docMk/>
          <pc:sldMasterMk cId="4166940761" sldId="2147483896"/>
        </pc:sldMasterMkLst>
        <pc:spChg chg="mod">
          <ac:chgData name="Анастасия Коробецкая" userId="9fe37188-348c-49f0-8008-a466955ee907" providerId="ADAL" clId="{B2726E9E-C9C9-4216-98D0-52E8E7C2E0E4}" dt="2022-11-07T10:35:25.591" v="51" actId="207"/>
          <ac:spMkLst>
            <pc:docMk/>
            <pc:sldMasterMk cId="4166940761" sldId="2147483896"/>
            <ac:spMk id="2" creationId="{00000000-0000-0000-0000-000000000000}"/>
          </ac:spMkLst>
        </pc:spChg>
        <pc:spChg chg="mod">
          <ac:chgData name="Анастасия Коробецкая" userId="9fe37188-348c-49f0-8008-a466955ee907" providerId="ADAL" clId="{B2726E9E-C9C9-4216-98D0-52E8E7C2E0E4}" dt="2022-11-07T10:35:02.098" v="50" actId="404"/>
          <ac:spMkLst>
            <pc:docMk/>
            <pc:sldMasterMk cId="4166940761" sldId="2147483896"/>
            <ac:spMk id="3" creationId="{00000000-0000-0000-0000-000000000000}"/>
          </ac:spMkLst>
        </pc:spChg>
        <pc:spChg chg="mod">
          <ac:chgData name="Анастасия Коробецкая" userId="9fe37188-348c-49f0-8008-a466955ee907" providerId="ADAL" clId="{B2726E9E-C9C9-4216-98D0-52E8E7C2E0E4}" dt="2022-11-07T10:34:44.998" v="41" actId="1076"/>
          <ac:spMkLst>
            <pc:docMk/>
            <pc:sldMasterMk cId="4166940761" sldId="2147483896"/>
            <ac:spMk id="4" creationId="{00000000-0000-0000-0000-000000000000}"/>
          </ac:spMkLst>
        </pc:spChg>
        <pc:spChg chg="mod">
          <ac:chgData name="Анастасия Коробецкая" userId="9fe37188-348c-49f0-8008-a466955ee907" providerId="ADAL" clId="{B2726E9E-C9C9-4216-98D0-52E8E7C2E0E4}" dt="2022-11-07T10:34:48.060" v="42" actId="14100"/>
          <ac:spMkLst>
            <pc:docMk/>
            <pc:sldMasterMk cId="4166940761" sldId="2147483896"/>
            <ac:spMk id="5" creationId="{00000000-0000-0000-0000-000000000000}"/>
          </ac:spMkLst>
        </pc:spChg>
        <pc:spChg chg="mod">
          <ac:chgData name="Анастасия Коробецкая" userId="9fe37188-348c-49f0-8008-a466955ee907" providerId="ADAL" clId="{B2726E9E-C9C9-4216-98D0-52E8E7C2E0E4}" dt="2022-11-07T10:34:56.171" v="47" actId="403"/>
          <ac:spMkLst>
            <pc:docMk/>
            <pc:sldMasterMk cId="4166940761" sldId="2147483896"/>
            <ac:spMk id="6" creationId="{00000000-0000-0000-0000-000000000000}"/>
          </ac:spMkLst>
        </pc:spChg>
        <pc:spChg chg="mod">
          <ac:chgData name="Анастасия Коробецкая" userId="9fe37188-348c-49f0-8008-a466955ee907" providerId="ADAL" clId="{B2726E9E-C9C9-4216-98D0-52E8E7C2E0E4}" dt="2022-11-07T10:33:31.651" v="34" actId="14100"/>
          <ac:spMkLst>
            <pc:docMk/>
            <pc:sldMasterMk cId="4166940761" sldId="2147483896"/>
            <ac:spMk id="7" creationId="{00000000-0000-0000-0000-000000000000}"/>
          </ac:spMkLst>
        </pc:spChg>
        <pc:sldLayoutChg chg="setBg">
          <pc:chgData name="Анастасия Коробецкая" userId="9fe37188-348c-49f0-8008-a466955ee907" providerId="ADAL" clId="{B2726E9E-C9C9-4216-98D0-52E8E7C2E0E4}" dt="2022-11-07T10:32:55.522" v="29"/>
          <pc:sldLayoutMkLst>
            <pc:docMk/>
            <pc:sldMasterMk cId="4166940761" sldId="2147483896"/>
            <pc:sldLayoutMk cId="3556944555" sldId="2147483897"/>
          </pc:sldLayoutMkLst>
        </pc:sldLayoutChg>
        <pc:sldLayoutChg chg="setBg">
          <pc:chgData name="Анастасия Коробецкая" userId="9fe37188-348c-49f0-8008-a466955ee907" providerId="ADAL" clId="{B2726E9E-C9C9-4216-98D0-52E8E7C2E0E4}" dt="2022-11-07T10:32:55.522" v="29"/>
          <pc:sldLayoutMkLst>
            <pc:docMk/>
            <pc:sldMasterMk cId="4166940761" sldId="2147483896"/>
            <pc:sldLayoutMk cId="4201331276" sldId="2147483899"/>
          </pc:sldLayoutMkLst>
        </pc:sldLayoutChg>
      </pc:sldMasterChg>
    </pc:docChg>
  </pc:docChgLst>
  <pc:docChgLst>
    <pc:chgData name="Анастасия Коробецкая" userId="9fe37188-348c-49f0-8008-a466955ee907" providerId="ADAL" clId="{D305E02F-D4CB-40EF-8E11-6F1F8A188380}"/>
    <pc:docChg chg="undo custSel delSld modSld addMainMaster delMainMaster modMainMaster">
      <pc:chgData name="Анастасия Коробецкая" userId="9fe37188-348c-49f0-8008-a466955ee907" providerId="ADAL" clId="{D305E02F-D4CB-40EF-8E11-6F1F8A188380}" dt="2022-11-07T12:02:36.127" v="40" actId="20577"/>
      <pc:docMkLst>
        <pc:docMk/>
      </pc:docMkLst>
      <pc:sldChg chg="modSp mod">
        <pc:chgData name="Анастасия Коробецкая" userId="9fe37188-348c-49f0-8008-a466955ee907" providerId="ADAL" clId="{D305E02F-D4CB-40EF-8E11-6F1F8A188380}" dt="2022-11-07T11:56:50.954" v="16" actId="20577"/>
        <pc:sldMkLst>
          <pc:docMk/>
          <pc:sldMk cId="193178965" sldId="256"/>
        </pc:sldMkLst>
        <pc:spChg chg="mod">
          <ac:chgData name="Анастасия Коробецкая" userId="9fe37188-348c-49f0-8008-a466955ee907" providerId="ADAL" clId="{D305E02F-D4CB-40EF-8E11-6F1F8A188380}" dt="2022-11-07T11:56:50.954" v="16" actId="20577"/>
          <ac:spMkLst>
            <pc:docMk/>
            <pc:sldMk cId="193178965" sldId="256"/>
            <ac:spMk id="2" creationId="{0BA106B5-F56B-E118-4C2E-85FA4FDACD3A}"/>
          </ac:spMkLst>
        </pc:spChg>
        <pc:spChg chg="mod">
          <ac:chgData name="Анастасия Коробецкая" userId="9fe37188-348c-49f0-8008-a466955ee907" providerId="ADAL" clId="{D305E02F-D4CB-40EF-8E11-6F1F8A188380}" dt="2022-11-07T11:56:29.810" v="0" actId="20578"/>
          <ac:spMkLst>
            <pc:docMk/>
            <pc:sldMk cId="193178965" sldId="256"/>
            <ac:spMk id="3" creationId="{2971B750-910B-6CB3-B4F5-4179D6B00F05}"/>
          </ac:spMkLst>
        </pc:spChg>
      </pc:sldChg>
      <pc:sldChg chg="del">
        <pc:chgData name="Анастасия Коробецкая" userId="9fe37188-348c-49f0-8008-a466955ee907" providerId="ADAL" clId="{D305E02F-D4CB-40EF-8E11-6F1F8A188380}" dt="2022-11-07T11:56:56.534" v="17" actId="47"/>
        <pc:sldMkLst>
          <pc:docMk/>
          <pc:sldMk cId="3209408932" sldId="257"/>
        </pc:sldMkLst>
      </pc:sldChg>
      <pc:sldChg chg="modSp mod">
        <pc:chgData name="Анастасия Коробецкая" userId="9fe37188-348c-49f0-8008-a466955ee907" providerId="ADAL" clId="{D305E02F-D4CB-40EF-8E11-6F1F8A188380}" dt="2022-11-07T11:57:02.087" v="19" actId="6549"/>
        <pc:sldMkLst>
          <pc:docMk/>
          <pc:sldMk cId="4205047303" sldId="258"/>
        </pc:sldMkLst>
        <pc:spChg chg="mod">
          <ac:chgData name="Анастасия Коробецкая" userId="9fe37188-348c-49f0-8008-a466955ee907" providerId="ADAL" clId="{D305E02F-D4CB-40EF-8E11-6F1F8A188380}" dt="2022-11-07T11:57:02.087" v="19" actId="6549"/>
          <ac:spMkLst>
            <pc:docMk/>
            <pc:sldMk cId="4205047303" sldId="258"/>
            <ac:spMk id="2" creationId="{7FF6C551-F61A-9612-620D-939C8BDD073B}"/>
          </ac:spMkLst>
        </pc:spChg>
        <pc:spChg chg="mod">
          <ac:chgData name="Анастасия Коробецкая" userId="9fe37188-348c-49f0-8008-a466955ee907" providerId="ADAL" clId="{D305E02F-D4CB-40EF-8E11-6F1F8A188380}" dt="2022-11-07T11:56:59.639" v="18" actId="6549"/>
          <ac:spMkLst>
            <pc:docMk/>
            <pc:sldMk cId="4205047303" sldId="258"/>
            <ac:spMk id="3" creationId="{46C3A537-A53C-DA04-6D6C-E605E2CC9BE6}"/>
          </ac:spMkLst>
        </pc:spChg>
      </pc:sldChg>
      <pc:sldChg chg="del">
        <pc:chgData name="Анастасия Коробецкая" userId="9fe37188-348c-49f0-8008-a466955ee907" providerId="ADAL" clId="{D305E02F-D4CB-40EF-8E11-6F1F8A188380}" dt="2022-11-07T11:56:56.534" v="17" actId="47"/>
        <pc:sldMkLst>
          <pc:docMk/>
          <pc:sldMk cId="178578277" sldId="259"/>
        </pc:sldMkLst>
      </pc:sldChg>
      <pc:sldChg chg="del">
        <pc:chgData name="Анастасия Коробецкая" userId="9fe37188-348c-49f0-8008-a466955ee907" providerId="ADAL" clId="{D305E02F-D4CB-40EF-8E11-6F1F8A188380}" dt="2022-11-07T11:56:56.534" v="17" actId="47"/>
        <pc:sldMkLst>
          <pc:docMk/>
          <pc:sldMk cId="2993561717" sldId="260"/>
        </pc:sldMkLst>
      </pc:sldChg>
      <pc:sldChg chg="del">
        <pc:chgData name="Анастасия Коробецкая" userId="9fe37188-348c-49f0-8008-a466955ee907" providerId="ADAL" clId="{D305E02F-D4CB-40EF-8E11-6F1F8A188380}" dt="2022-11-07T11:56:56.534" v="17" actId="47"/>
        <pc:sldMkLst>
          <pc:docMk/>
          <pc:sldMk cId="3837016682" sldId="407"/>
        </pc:sldMkLst>
      </pc:sldChg>
      <pc:sldMasterChg chg="addSldLayout delSldLayout modSldLayout">
        <pc:chgData name="Анастасия Коробецкая" userId="9fe37188-348c-49f0-8008-a466955ee907" providerId="ADAL" clId="{D305E02F-D4CB-40EF-8E11-6F1F8A188380}" dt="2022-11-07T12:02:36.127" v="40" actId="20577"/>
        <pc:sldMasterMkLst>
          <pc:docMk/>
          <pc:sldMasterMk cId="4166940761" sldId="2147483896"/>
        </pc:sldMasterMkLst>
        <pc:sldLayoutChg chg="del">
          <pc:chgData name="Анастасия Коробецкая" userId="9fe37188-348c-49f0-8008-a466955ee907" providerId="ADAL" clId="{D305E02F-D4CB-40EF-8E11-6F1F8A188380}" dt="2022-11-07T11:57:35.280" v="20" actId="2696"/>
          <pc:sldLayoutMkLst>
            <pc:docMk/>
            <pc:sldMasterMk cId="4166940761" sldId="2147483896"/>
            <pc:sldLayoutMk cId="4201331276" sldId="2147483899"/>
          </pc:sldLayoutMkLst>
        </pc:sldLayoutChg>
        <pc:sldLayoutChg chg="del">
          <pc:chgData name="Анастасия Коробецкая" userId="9fe37188-348c-49f0-8008-a466955ee907" providerId="ADAL" clId="{D305E02F-D4CB-40EF-8E11-6F1F8A188380}" dt="2022-11-07T11:57:40.010" v="21" actId="2696"/>
          <pc:sldLayoutMkLst>
            <pc:docMk/>
            <pc:sldMasterMk cId="4166940761" sldId="2147483896"/>
            <pc:sldLayoutMk cId="4215270339" sldId="2147483900"/>
          </pc:sldLayoutMkLst>
        </pc:sldLayoutChg>
        <pc:sldLayoutChg chg="del">
          <pc:chgData name="Анастасия Коробецкая" userId="9fe37188-348c-49f0-8008-a466955ee907" providerId="ADAL" clId="{D305E02F-D4CB-40EF-8E11-6F1F8A188380}" dt="2022-11-07T11:57:41.857" v="22" actId="2696"/>
          <pc:sldLayoutMkLst>
            <pc:docMk/>
            <pc:sldMasterMk cId="4166940761" sldId="2147483896"/>
            <pc:sldLayoutMk cId="889635368" sldId="2147483901"/>
          </pc:sldLayoutMkLst>
        </pc:sldLayoutChg>
        <pc:sldLayoutChg chg="del">
          <pc:chgData name="Анастасия Коробецкая" userId="9fe37188-348c-49f0-8008-a466955ee907" providerId="ADAL" clId="{D305E02F-D4CB-40EF-8E11-6F1F8A188380}" dt="2022-11-07T11:57:51.295" v="24" actId="2696"/>
          <pc:sldLayoutMkLst>
            <pc:docMk/>
            <pc:sldMasterMk cId="4166940761" sldId="2147483896"/>
            <pc:sldLayoutMk cId="3205996167" sldId="2147483904"/>
          </pc:sldLayoutMkLst>
        </pc:sldLayoutChg>
        <pc:sldLayoutChg chg="addSp modSp new mod">
          <pc:chgData name="Анастасия Коробецкая" userId="9fe37188-348c-49f0-8008-a466955ee907" providerId="ADAL" clId="{D305E02F-D4CB-40EF-8E11-6F1F8A188380}" dt="2022-11-07T12:02:36.127" v="40" actId="20577"/>
          <pc:sldLayoutMkLst>
            <pc:docMk/>
            <pc:sldMasterMk cId="4166940761" sldId="2147483896"/>
            <pc:sldLayoutMk cId="3209924343" sldId="2147483904"/>
          </pc:sldLayoutMkLst>
          <pc:spChg chg="add mod">
            <ac:chgData name="Анастасия Коробецкая" userId="9fe37188-348c-49f0-8008-a466955ee907" providerId="ADAL" clId="{D305E02F-D4CB-40EF-8E11-6F1F8A188380}" dt="2022-11-07T12:02:36.127" v="40" actId="20577"/>
            <ac:spMkLst>
              <pc:docMk/>
              <pc:sldMasterMk cId="4166940761" sldId="2147483896"/>
              <pc:sldLayoutMk cId="3209924343" sldId="2147483904"/>
              <ac:spMk id="6" creationId="{10E32EB9-D8E4-8CBE-E3B9-934CB66666C3}"/>
            </ac:spMkLst>
          </pc:spChg>
        </pc:sldLayoutChg>
        <pc:sldLayoutChg chg="del">
          <pc:chgData name="Анастасия Коробецкая" userId="9fe37188-348c-49f0-8008-a466955ee907" providerId="ADAL" clId="{D305E02F-D4CB-40EF-8E11-6F1F8A188380}" dt="2022-11-07T11:57:49.061" v="23" actId="2696"/>
          <pc:sldLayoutMkLst>
            <pc:docMk/>
            <pc:sldMasterMk cId="4166940761" sldId="2147483896"/>
            <pc:sldLayoutMk cId="3599366051" sldId="2147483905"/>
          </pc:sldLayoutMkLst>
        </pc:sldLayoutChg>
        <pc:sldLayoutChg chg="del">
          <pc:chgData name="Анастасия Коробецкая" userId="9fe37188-348c-49f0-8008-a466955ee907" providerId="ADAL" clId="{D305E02F-D4CB-40EF-8E11-6F1F8A188380}" dt="2022-11-07T11:57:53.133" v="25" actId="2696"/>
          <pc:sldLayoutMkLst>
            <pc:docMk/>
            <pc:sldMasterMk cId="4166940761" sldId="2147483896"/>
            <pc:sldLayoutMk cId="107031277" sldId="2147483906"/>
          </pc:sldLayoutMkLst>
        </pc:sldLayoutChg>
        <pc:sldLayoutChg chg="del">
          <pc:chgData name="Анастасия Коробецкая" userId="9fe37188-348c-49f0-8008-a466955ee907" providerId="ADAL" clId="{D305E02F-D4CB-40EF-8E11-6F1F8A188380}" dt="2022-11-07T11:57:55.630" v="26" actId="2696"/>
          <pc:sldLayoutMkLst>
            <pc:docMk/>
            <pc:sldMasterMk cId="4166940761" sldId="2147483896"/>
            <pc:sldLayoutMk cId="1952769865" sldId="2147483907"/>
          </pc:sldLayoutMkLst>
        </pc:sldLayoutChg>
      </pc:sldMasterChg>
      <pc:sldMasterChg chg="new del mod addSldLayout delSldLayout">
        <pc:chgData name="Анастасия Коробецкая" userId="9fe37188-348c-49f0-8008-a466955ee907" providerId="ADAL" clId="{D305E02F-D4CB-40EF-8E11-6F1F8A188380}" dt="2022-11-07T11:58:02.705" v="28" actId="6938"/>
        <pc:sldMasterMkLst>
          <pc:docMk/>
          <pc:sldMasterMk cId="2564465409" sldId="2147483904"/>
        </pc:sldMasterMkLst>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2405552379" sldId="2147483905"/>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282238460" sldId="2147483906"/>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3470827593" sldId="2147483907"/>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4293381908" sldId="2147483908"/>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863023414" sldId="2147483909"/>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190640167" sldId="2147483910"/>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2938448278" sldId="2147483911"/>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2684972736" sldId="2147483912"/>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1615802846" sldId="2147483913"/>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892726511" sldId="2147483914"/>
          </pc:sldLayoutMkLst>
        </pc:sldLayoutChg>
        <pc:sldLayoutChg chg="new del replId">
          <pc:chgData name="Анастасия Коробецкая" userId="9fe37188-348c-49f0-8008-a466955ee907" providerId="ADAL" clId="{D305E02F-D4CB-40EF-8E11-6F1F8A188380}" dt="2022-11-07T11:58:02.705" v="28" actId="6938"/>
          <pc:sldLayoutMkLst>
            <pc:docMk/>
            <pc:sldMasterMk cId="2564465409" sldId="2147483904"/>
            <pc:sldLayoutMk cId="187717637" sldId="2147483915"/>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Rectangle 7"/>
          <p:cNvSpPr/>
          <p:nvPr/>
        </p:nvSpPr>
        <p:spPr>
          <a:xfrm>
            <a:off x="-6843" y="3887812"/>
            <a:ext cx="12195668"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ctrTitle"/>
          </p:nvPr>
        </p:nvSpPr>
        <p:spPr>
          <a:xfrm>
            <a:off x="475488" y="2166364"/>
            <a:ext cx="11247120" cy="1739347"/>
          </a:xfrm>
        </p:spPr>
        <p:txBody>
          <a:bodyPr tIns="45720" bIns="45720" anchor="ctr">
            <a:normAutofit/>
          </a:bodyPr>
          <a:lstStyle>
            <a:lvl1pPr algn="ctr">
              <a:lnSpc>
                <a:spcPct val="80000"/>
              </a:lnSpc>
              <a:defRPr sz="6000" spc="150" baseline="0">
                <a:solidFill>
                  <a:schemeClr val="bg1"/>
                </a:solidFill>
              </a:defRPr>
            </a:lvl1pPr>
          </a:lstStyle>
          <a:p>
            <a:r>
              <a:rPr lang="ru-RU"/>
              <a:t>Образец заголовка</a:t>
            </a:r>
            <a:endParaRPr lang="en-US" dirty="0"/>
          </a:p>
        </p:txBody>
      </p:sp>
      <p:sp>
        <p:nvSpPr>
          <p:cNvPr id="3" name="Subtitle 2"/>
          <p:cNvSpPr>
            <a:spLocks noGrp="1"/>
          </p:cNvSpPr>
          <p:nvPr>
            <p:ph type="subTitle" idx="1"/>
          </p:nvPr>
        </p:nvSpPr>
        <p:spPr>
          <a:xfrm>
            <a:off x="347472" y="3913632"/>
            <a:ext cx="11506200" cy="457200"/>
          </a:xfrm>
        </p:spPr>
        <p:txBody>
          <a:bodyPr>
            <a:normAutofit/>
          </a:bodyPr>
          <a:lstStyle>
            <a:lvl1pPr marL="0" indent="0" algn="ctr">
              <a:spcBef>
                <a:spcPts val="0"/>
              </a:spcBef>
              <a:spcAft>
                <a:spcPts val="0"/>
              </a:spcAft>
              <a:buNone/>
              <a:defRPr sz="2000">
                <a:solidFill>
                  <a:srgbClr val="FFFFFF"/>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390D8FA9-BFF5-4A08-B9B8-F1DEEB2D4542}" type="datetimeFigureOut">
              <a:rPr lang="ru-RU" smtClean="0"/>
              <a:t>11.03.2026</a:t>
            </a:fld>
            <a:endParaRPr lang="ru-RU"/>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520D5C98-4D5C-4B96-A604-F5E15943DA26}" type="slidenum">
              <a:rPr lang="ru-RU" smtClean="0"/>
              <a:t>‹#›</a:t>
            </a:fld>
            <a:endParaRPr lang="ru-RU"/>
          </a:p>
        </p:txBody>
      </p:sp>
    </p:spTree>
    <p:extLst>
      <p:ext uri="{BB962C8B-B14F-4D97-AF65-F5344CB8AC3E}">
        <p14:creationId xmlns:p14="http://schemas.microsoft.com/office/powerpoint/2010/main" val="355694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Заголовок раздела">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ctrTitle"/>
          </p:nvPr>
        </p:nvSpPr>
        <p:spPr>
          <a:xfrm>
            <a:off x="475488" y="2118739"/>
            <a:ext cx="11247120" cy="1739347"/>
          </a:xfrm>
        </p:spPr>
        <p:txBody>
          <a:bodyPr tIns="45720" bIns="45720" anchor="ctr">
            <a:normAutofit/>
          </a:bodyPr>
          <a:lstStyle>
            <a:lvl1pPr algn="ctr">
              <a:lnSpc>
                <a:spcPct val="80000"/>
              </a:lnSpc>
              <a:defRPr sz="6000" spc="150" baseline="0">
                <a:solidFill>
                  <a:schemeClr val="tx1"/>
                </a:solidFill>
              </a:defRPr>
            </a:lvl1pPr>
          </a:lstStyle>
          <a:p>
            <a:r>
              <a:rPr lang="ru-RU"/>
              <a:t>Образец заголовка</a:t>
            </a:r>
            <a:endParaRPr lang="en-US" dirty="0"/>
          </a:p>
        </p:txBody>
      </p:sp>
      <p:sp>
        <p:nvSpPr>
          <p:cNvPr id="4" name="Date Placeholder 3"/>
          <p:cNvSpPr>
            <a:spLocks noGrp="1"/>
          </p:cNvSpPr>
          <p:nvPr>
            <p:ph type="dt" sz="half" idx="10"/>
          </p:nvPr>
        </p:nvSpPr>
        <p:spPr/>
        <p:txBody>
          <a:bodyPr/>
          <a:lstStyle/>
          <a:p>
            <a:fld id="{390D8FA9-BFF5-4A08-B9B8-F1DEEB2D4542}" type="datetimeFigureOut">
              <a:rPr lang="ru-RU" smtClean="0"/>
              <a:t>11.03.2026</a:t>
            </a:fld>
            <a:endParaRPr lang="ru-RU"/>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520D5C98-4D5C-4B96-A604-F5E15943DA26}" type="slidenum">
              <a:rPr lang="ru-RU" smtClean="0"/>
              <a:t>‹#›</a:t>
            </a:fld>
            <a:endParaRPr lang="ru-RU"/>
          </a:p>
        </p:txBody>
      </p:sp>
    </p:spTree>
    <p:extLst>
      <p:ext uri="{BB962C8B-B14F-4D97-AF65-F5344CB8AC3E}">
        <p14:creationId xmlns:p14="http://schemas.microsoft.com/office/powerpoint/2010/main" val="432747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5D6D5D-38FA-3AC5-010C-7300AF1450D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8D78CD6D-6F3B-ACE7-3461-D34261A7624A}"/>
              </a:ext>
            </a:extLst>
          </p:cNvPr>
          <p:cNvSpPr>
            <a:spLocks noGrp="1"/>
          </p:cNvSpPr>
          <p:nvPr>
            <p:ph type="dt" sz="half" idx="10"/>
          </p:nvPr>
        </p:nvSpPr>
        <p:spPr/>
        <p:txBody>
          <a:bodyPr/>
          <a:lstStyle/>
          <a:p>
            <a:fld id="{E4B7EC7E-D938-4EF6-8159-C481223E3073}" type="datetimeFigureOut">
              <a:rPr lang="ru-RU" smtClean="0"/>
              <a:t>11.03.2026</a:t>
            </a:fld>
            <a:endParaRPr lang="ru-RU"/>
          </a:p>
        </p:txBody>
      </p:sp>
      <p:sp>
        <p:nvSpPr>
          <p:cNvPr id="4" name="Нижний колонтитул 3">
            <a:extLst>
              <a:ext uri="{FF2B5EF4-FFF2-40B4-BE49-F238E27FC236}">
                <a16:creationId xmlns:a16="http://schemas.microsoft.com/office/drawing/2014/main" id="{7AC289E1-5433-7AD3-BD74-F5712A1080DE}"/>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47A3E6A1-9312-3A0F-97C6-059849438353}"/>
              </a:ext>
            </a:extLst>
          </p:cNvPr>
          <p:cNvSpPr>
            <a:spLocks noGrp="1"/>
          </p:cNvSpPr>
          <p:nvPr>
            <p:ph type="sldNum" sz="quarter" idx="12"/>
          </p:nvPr>
        </p:nvSpPr>
        <p:spPr/>
        <p:txBody>
          <a:bodyPr/>
          <a:lstStyle/>
          <a:p>
            <a:fld id="{5D9A5133-06A3-4DD9-A1CA-7F2525B29F12}" type="slidenum">
              <a:rPr lang="ru-RU" smtClean="0"/>
              <a:pPr/>
              <a:t>‹#›</a:t>
            </a:fld>
            <a:endParaRPr lang="ru-RU"/>
          </a:p>
        </p:txBody>
      </p:sp>
    </p:spTree>
    <p:extLst>
      <p:ext uri="{BB962C8B-B14F-4D97-AF65-F5344CB8AC3E}">
        <p14:creationId xmlns:p14="http://schemas.microsoft.com/office/powerpoint/2010/main" val="64668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E4B7EC7E-D938-4EF6-8159-C481223E3073}" type="datetimeFigureOut">
              <a:rPr lang="ru-RU" smtClean="0"/>
              <a:t>11.03.2026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D9A5133-06A3-4DD9-A1CA-7F2525B29F12}" type="slidenum">
              <a:rPr lang="ru-RU" smtClean="0"/>
              <a:t>‹#›</a:t>
            </a:fld>
            <a:endParaRPr lang="ru-RU"/>
          </a:p>
        </p:txBody>
      </p:sp>
    </p:spTree>
    <p:extLst>
      <p:ext uri="{BB962C8B-B14F-4D97-AF65-F5344CB8AC3E}">
        <p14:creationId xmlns:p14="http://schemas.microsoft.com/office/powerpoint/2010/main" val="1562498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Вопрос">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B7EC7E-D938-4EF6-8159-C481223E3073}" type="datetimeFigureOut">
              <a:rPr lang="ru-RU" smtClean="0"/>
              <a:t>11.03.2026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5D9A5133-06A3-4DD9-A1CA-7F2525B29F12}" type="slidenum">
              <a:rPr lang="ru-RU" smtClean="0"/>
              <a:t>‹#›</a:t>
            </a:fld>
            <a:endParaRPr lang="ru-RU"/>
          </a:p>
        </p:txBody>
      </p:sp>
      <p:sp>
        <p:nvSpPr>
          <p:cNvPr id="5" name="Rectangle 6">
            <a:extLst>
              <a:ext uri="{FF2B5EF4-FFF2-40B4-BE49-F238E27FC236}">
                <a16:creationId xmlns:a16="http://schemas.microsoft.com/office/drawing/2014/main" id="{9F20CCBC-7C05-5B80-5300-92EF61490E4D}"/>
              </a:ext>
            </a:extLst>
          </p:cNvPr>
          <p:cNvSpPr/>
          <p:nvPr userDrawn="1"/>
        </p:nvSpPr>
        <p:spPr>
          <a:xfrm>
            <a:off x="-6840" y="1130040"/>
            <a:ext cx="12192840" cy="43102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ru-RU">
              <a:solidFill>
                <a:schemeClr val="tx1"/>
              </a:solidFill>
            </a:endParaRPr>
          </a:p>
        </p:txBody>
      </p:sp>
      <p:pic>
        <p:nvPicPr>
          <p:cNvPr id="6" name="Рисунок 11" descr="Мысль со сплошной заливкой">
            <a:extLst>
              <a:ext uri="{FF2B5EF4-FFF2-40B4-BE49-F238E27FC236}">
                <a16:creationId xmlns:a16="http://schemas.microsoft.com/office/drawing/2014/main" id="{6D22CE0F-A19C-5AED-FB93-9AB52E31A363}"/>
              </a:ext>
            </a:extLst>
          </p:cNvPr>
          <p:cNvPicPr/>
          <p:nvPr userDrawn="1"/>
        </p:nvPicPr>
        <p:blipFill>
          <a:blip r:embed="rId2"/>
          <a:stretch/>
        </p:blipFill>
        <p:spPr>
          <a:xfrm>
            <a:off x="10370520" y="4920480"/>
            <a:ext cx="1408320" cy="1408320"/>
          </a:xfrm>
          <a:prstGeom prst="rect">
            <a:avLst/>
          </a:prstGeom>
          <a:ln w="0">
            <a:noFill/>
          </a:ln>
        </p:spPr>
      </p:pic>
      <p:sp>
        <p:nvSpPr>
          <p:cNvPr id="8" name="Текст 7">
            <a:extLst>
              <a:ext uri="{FF2B5EF4-FFF2-40B4-BE49-F238E27FC236}">
                <a16:creationId xmlns:a16="http://schemas.microsoft.com/office/drawing/2014/main" id="{B7A52E2F-30DB-13FA-0856-7EB77D1AE23E}"/>
              </a:ext>
            </a:extLst>
          </p:cNvPr>
          <p:cNvSpPr>
            <a:spLocks noGrp="1"/>
          </p:cNvSpPr>
          <p:nvPr>
            <p:ph type="body" sz="quarter" idx="13"/>
          </p:nvPr>
        </p:nvSpPr>
        <p:spPr>
          <a:xfrm>
            <a:off x="549275" y="1417638"/>
            <a:ext cx="11229975" cy="3621087"/>
          </a:xfrm>
        </p:spPr>
        <p:txBody>
          <a:bodyPr anchor="ctr"/>
          <a:lstStyle>
            <a:lvl1pPr>
              <a:buNone/>
              <a:defRPr/>
            </a:lvl1pPr>
            <a:lvl2pPr>
              <a:buNone/>
              <a:defRPr/>
            </a:lvl2pPr>
            <a:lvl3pPr>
              <a:buNone/>
              <a:defRPr/>
            </a:lvl3pPr>
            <a:lvl4pPr>
              <a:buNone/>
              <a:defRPr/>
            </a:lvl4pPr>
            <a:lvl5pPr>
              <a:buNone/>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941624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B7EC7E-D938-4EF6-8159-C481223E3073}" type="datetimeFigureOut">
              <a:rPr lang="ru-RU" smtClean="0"/>
              <a:t>11.03.2026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5D9A5133-06A3-4DD9-A1CA-7F2525B29F12}" type="slidenum">
              <a:rPr lang="ru-RU" smtClean="0"/>
              <a:t>‹#›</a:t>
            </a:fld>
            <a:endParaRPr lang="ru-RU"/>
          </a:p>
        </p:txBody>
      </p:sp>
    </p:spTree>
    <p:extLst>
      <p:ext uri="{BB962C8B-B14F-4D97-AF65-F5344CB8AC3E}">
        <p14:creationId xmlns:p14="http://schemas.microsoft.com/office/powerpoint/2010/main" val="784767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01D0038C-5B06-4D63-A27D-A8B812B61128}" type="slidenum">
              <a:t>‹#›</a:t>
            </a:fld>
            <a:endParaRPr/>
          </a:p>
        </p:txBody>
      </p:sp>
      <p:sp>
        <p:nvSpPr>
          <p:cNvPr id="4" name="PlaceHolder 3"/>
          <p:cNvSpPr>
            <a:spLocks noGrp="1"/>
          </p:cNvSpPr>
          <p:nvPr>
            <p:ph type="dt" idx="6"/>
          </p:nvPr>
        </p:nvSpPr>
        <p:spPr/>
        <p:txBody>
          <a:bodyPr/>
          <a:lstStyle/>
          <a:p>
            <a:endParaRPr/>
          </a:p>
        </p:txBody>
      </p:sp>
    </p:spTree>
    <p:extLst>
      <p:ext uri="{BB962C8B-B14F-4D97-AF65-F5344CB8AC3E}">
        <p14:creationId xmlns:p14="http://schemas.microsoft.com/office/powerpoint/2010/main" val="1678599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21040"/>
            <a:ext cx="10972440" cy="1250280"/>
          </a:xfrm>
          <a:prstGeom prst="rect">
            <a:avLst/>
          </a:prstGeom>
          <a:noFill/>
          <a:ln w="0">
            <a:noFill/>
          </a:ln>
        </p:spPr>
        <p:txBody>
          <a:bodyPr lIns="0" tIns="0" rIns="0" bIns="0" anchor="ctr">
            <a:noAutofit/>
          </a:bodyPr>
          <a:lstStyle/>
          <a:p>
            <a:pPr algn="ctr">
              <a:buNone/>
            </a:pPr>
            <a:endParaRPr lang="ru-RU" sz="4400" b="0" strike="noStrike" spc="-1">
              <a:latin typeface="Arial"/>
            </a:endParaRPr>
          </a:p>
        </p:txBody>
      </p:sp>
      <p:sp>
        <p:nvSpPr>
          <p:cNvPr id="13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ru-RU" sz="3200" b="0" strike="noStrike" spc="-1">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50781558-BEFB-4E88-8FF0-4327B5DECCEB}" type="slidenum">
              <a:t>‹#›</a:t>
            </a:fld>
            <a:endParaRPr/>
          </a:p>
        </p:txBody>
      </p:sp>
      <p:sp>
        <p:nvSpPr>
          <p:cNvPr id="6" name="PlaceHolder 5"/>
          <p:cNvSpPr>
            <a:spLocks noGrp="1"/>
          </p:cNvSpPr>
          <p:nvPr>
            <p:ph type="dt" idx="12"/>
          </p:nvPr>
        </p:nvSpPr>
        <p:spPr/>
        <p:txBody>
          <a:bodyPr/>
          <a:lstStyle/>
          <a:p>
            <a:endParaRPr/>
          </a:p>
        </p:txBody>
      </p:sp>
    </p:spTree>
    <p:extLst>
      <p:ext uri="{BB962C8B-B14F-4D97-AF65-F5344CB8AC3E}">
        <p14:creationId xmlns:p14="http://schemas.microsoft.com/office/powerpoint/2010/main" val="3982576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21040"/>
            <a:ext cx="10972440" cy="1250280"/>
          </a:xfrm>
          <a:prstGeom prst="rect">
            <a:avLst/>
          </a:prstGeom>
          <a:noFill/>
          <a:ln w="0">
            <a:noFill/>
          </a:ln>
        </p:spPr>
        <p:txBody>
          <a:bodyPr lIns="0" tIns="0" rIns="0" bIns="0" anchor="ctr">
            <a:noAutofit/>
          </a:bodyPr>
          <a:lstStyle/>
          <a:p>
            <a:pPr algn="ctr">
              <a:buNone/>
            </a:pPr>
            <a:endParaRPr lang="ru-RU" sz="4400" b="0" strike="noStrike" spc="-1">
              <a:latin typeface="Arial"/>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CC19A8C9-01F3-455B-BF37-1C9D34452C14}" type="slidenum">
              <a:t>‹#›</a:t>
            </a:fld>
            <a:endParaRPr/>
          </a:p>
        </p:txBody>
      </p:sp>
      <p:sp>
        <p:nvSpPr>
          <p:cNvPr id="5" name="PlaceHolder 4"/>
          <p:cNvSpPr>
            <a:spLocks noGrp="1"/>
          </p:cNvSpPr>
          <p:nvPr>
            <p:ph type="dt" idx="12"/>
          </p:nvPr>
        </p:nvSpPr>
        <p:spPr/>
        <p:txBody>
          <a:bodyPr/>
          <a:lstStyle/>
          <a:p>
            <a:endParaRPr/>
          </a:p>
        </p:txBody>
      </p:sp>
    </p:spTree>
    <p:extLst>
      <p:ext uri="{BB962C8B-B14F-4D97-AF65-F5344CB8AC3E}">
        <p14:creationId xmlns:p14="http://schemas.microsoft.com/office/powerpoint/2010/main" val="283564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483" y="176109"/>
            <a:ext cx="12188952" cy="7986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dirty="0"/>
          </a:p>
        </p:txBody>
      </p:sp>
      <p:sp>
        <p:nvSpPr>
          <p:cNvPr id="2" name="Title Placeholder 1"/>
          <p:cNvSpPr>
            <a:spLocks noGrp="1"/>
          </p:cNvSpPr>
          <p:nvPr>
            <p:ph type="title"/>
          </p:nvPr>
        </p:nvSpPr>
        <p:spPr>
          <a:xfrm>
            <a:off x="698740" y="284176"/>
            <a:ext cx="10800271" cy="604345"/>
          </a:xfrm>
          <a:prstGeom prst="rect">
            <a:avLst/>
          </a:prstGeom>
        </p:spPr>
        <p:txBody>
          <a:bodyPr vert="horz" lIns="91440" tIns="45720" rIns="91440" bIns="45720" rtlCol="0" anchor="ctr">
            <a:normAutofit/>
          </a:bodyPr>
          <a:lstStyle/>
          <a:p>
            <a:r>
              <a:rPr lang="ru-RU" dirty="0"/>
              <a:t>Образец заголовка</a:t>
            </a:r>
            <a:endParaRPr lang="en-US" dirty="0"/>
          </a:p>
        </p:txBody>
      </p:sp>
      <p:sp>
        <p:nvSpPr>
          <p:cNvPr id="3" name="Text Placeholder 2"/>
          <p:cNvSpPr>
            <a:spLocks noGrp="1"/>
          </p:cNvSpPr>
          <p:nvPr>
            <p:ph type="body" idx="1"/>
          </p:nvPr>
        </p:nvSpPr>
        <p:spPr>
          <a:xfrm>
            <a:off x="698740" y="1082851"/>
            <a:ext cx="10800271" cy="5340003"/>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698740" y="6439097"/>
            <a:ext cx="997470" cy="365125"/>
          </a:xfrm>
          <a:prstGeom prst="rect">
            <a:avLst/>
          </a:prstGeom>
        </p:spPr>
        <p:txBody>
          <a:bodyPr vert="horz" lIns="91440" tIns="45720" rIns="45720" bIns="45720" rtlCol="0" anchor="ctr"/>
          <a:lstStyle>
            <a:lvl1pPr algn="l">
              <a:defRPr sz="1050">
                <a:solidFill>
                  <a:schemeClr val="tx1"/>
                </a:solidFill>
              </a:defRPr>
            </a:lvl1pPr>
          </a:lstStyle>
          <a:p>
            <a:fld id="{E4B7EC7E-D938-4EF6-8159-C481223E3073}" type="datetimeFigureOut">
              <a:rPr lang="ru-RU" smtClean="0"/>
              <a:t>11.03.2026</a:t>
            </a:fld>
            <a:endParaRPr lang="ru-RU"/>
          </a:p>
        </p:txBody>
      </p:sp>
      <p:sp>
        <p:nvSpPr>
          <p:cNvPr id="5" name="Footer Placeholder 4"/>
          <p:cNvSpPr>
            <a:spLocks noGrp="1"/>
          </p:cNvSpPr>
          <p:nvPr>
            <p:ph type="ftr" sz="quarter" idx="3"/>
          </p:nvPr>
        </p:nvSpPr>
        <p:spPr>
          <a:xfrm>
            <a:off x="1696210" y="6422854"/>
            <a:ext cx="8944701" cy="365125"/>
          </a:xfrm>
          <a:prstGeom prst="rect">
            <a:avLst/>
          </a:prstGeom>
        </p:spPr>
        <p:txBody>
          <a:bodyPr vert="horz" lIns="91440" tIns="45720" rIns="91440" bIns="45720" rtlCol="0" anchor="ctr"/>
          <a:lstStyle>
            <a:lvl1pPr algn="r">
              <a:defRPr sz="1050">
                <a:solidFill>
                  <a:schemeClr val="tx1"/>
                </a:solidFill>
              </a:defRPr>
            </a:lvl1pPr>
          </a:lstStyle>
          <a:p>
            <a:endParaRPr lang="ru-RU" dirty="0"/>
          </a:p>
        </p:txBody>
      </p:sp>
      <p:sp>
        <p:nvSpPr>
          <p:cNvPr id="6" name="Slide Number Placeholder 5"/>
          <p:cNvSpPr>
            <a:spLocks noGrp="1"/>
          </p:cNvSpPr>
          <p:nvPr>
            <p:ph type="sldNum" sz="quarter" idx="4"/>
          </p:nvPr>
        </p:nvSpPr>
        <p:spPr>
          <a:xfrm>
            <a:off x="11355102" y="6453647"/>
            <a:ext cx="834333" cy="365125"/>
          </a:xfrm>
          <a:prstGeom prst="rect">
            <a:avLst/>
          </a:prstGeom>
        </p:spPr>
        <p:txBody>
          <a:bodyPr vert="horz" lIns="45720" tIns="45720" rIns="91440" bIns="45720" rtlCol="0" anchor="ctr"/>
          <a:lstStyle>
            <a:lvl1pPr algn="r">
              <a:defRPr sz="1800" b="0">
                <a:solidFill>
                  <a:schemeClr val="tx1"/>
                </a:solidFill>
              </a:defRPr>
            </a:lvl1pPr>
          </a:lstStyle>
          <a:p>
            <a:fld id="{5D9A5133-06A3-4DD9-A1CA-7F2525B29F12}" type="slidenum">
              <a:rPr lang="ru-RU" smtClean="0"/>
              <a:pPr/>
              <a:t>‹#›</a:t>
            </a:fld>
            <a:endParaRPr lang="ru-RU"/>
          </a:p>
        </p:txBody>
      </p:sp>
      <p:pic>
        <p:nvPicPr>
          <p:cNvPr id="10" name="Рисунок 9">
            <a:extLst>
              <a:ext uri="{FF2B5EF4-FFF2-40B4-BE49-F238E27FC236}">
                <a16:creationId xmlns:a16="http://schemas.microsoft.com/office/drawing/2014/main" id="{D5BB9AEE-5F19-790F-429B-AF903FC7CE96}"/>
              </a:ext>
            </a:extLst>
          </p:cNvPr>
          <p:cNvPicPr>
            <a:picLocks noChangeAspect="1"/>
          </p:cNvPicPr>
          <p:nvPr userDrawn="1"/>
        </p:nvPicPr>
        <p:blipFill>
          <a:blip r:embed="rId11"/>
          <a:stretch>
            <a:fillRect/>
          </a:stretch>
        </p:blipFill>
        <p:spPr>
          <a:xfrm>
            <a:off x="152400" y="6430160"/>
            <a:ext cx="409575" cy="388612"/>
          </a:xfrm>
          <a:prstGeom prst="rect">
            <a:avLst/>
          </a:prstGeom>
        </p:spPr>
      </p:pic>
    </p:spTree>
    <p:extLst>
      <p:ext uri="{BB962C8B-B14F-4D97-AF65-F5344CB8AC3E}">
        <p14:creationId xmlns:p14="http://schemas.microsoft.com/office/powerpoint/2010/main" val="4166940761"/>
      </p:ext>
    </p:extLst>
  </p:cSld>
  <p:clrMap bg1="lt1" tx1="dk1" bg2="lt2" tx2="dk2" accent1="accent1" accent2="accent2" accent3="accent3" accent4="accent4" accent5="accent5" accent6="accent6" hlink="hlink" folHlink="folHlink"/>
  <p:sldLayoutIdLst>
    <p:sldLayoutId id="2147483897" r:id="rId1"/>
    <p:sldLayoutId id="2147483911" r:id="rId2"/>
    <p:sldLayoutId id="2147483905" r:id="rId3"/>
    <p:sldLayoutId id="2147483898" r:id="rId4"/>
    <p:sldLayoutId id="2147483903" r:id="rId5"/>
    <p:sldLayoutId id="2147483907" r:id="rId6"/>
    <p:sldLayoutId id="2147483908" r:id="rId7"/>
    <p:sldLayoutId id="2147483910" r:id="rId8"/>
    <p:sldLayoutId id="2147483912" r:id="rId9"/>
  </p:sldLayoutIdLst>
  <p:txStyles>
    <p:titleStyle>
      <a:lvl1pPr algn="l" defTabSz="914400" rtl="0" eaLnBrk="1" latinLnBrk="0" hangingPunct="1">
        <a:lnSpc>
          <a:spcPct val="85000"/>
        </a:lnSpc>
        <a:spcBef>
          <a:spcPct val="0"/>
        </a:spcBef>
        <a:buNone/>
        <a:defRPr sz="4000" b="0" i="0" kern="1200" cap="none" baseline="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4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4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A106B5-F56B-E118-4C2E-85FA4FDACD3A}"/>
              </a:ext>
            </a:extLst>
          </p:cNvPr>
          <p:cNvSpPr>
            <a:spLocks noGrp="1"/>
          </p:cNvSpPr>
          <p:nvPr>
            <p:ph type="ctrTitle"/>
          </p:nvPr>
        </p:nvSpPr>
        <p:spPr/>
        <p:txBody>
          <a:bodyPr/>
          <a:lstStyle/>
          <a:p>
            <a:r>
              <a:rPr lang="en-US" dirty="0"/>
              <a:t>Java07 – Spring. </a:t>
            </a:r>
            <a:r>
              <a:rPr lang="en-US" dirty="0" err="1"/>
              <a:t>ThymeLeaf</a:t>
            </a:r>
            <a:r>
              <a:rPr lang="en-US" dirty="0"/>
              <a:t>. </a:t>
            </a:r>
            <a:r>
              <a:rPr lang="ru-RU" dirty="0" err="1"/>
              <a:t>Версионирование</a:t>
            </a:r>
            <a:endParaRPr lang="ru-RU" dirty="0"/>
          </a:p>
        </p:txBody>
      </p:sp>
      <p:sp>
        <p:nvSpPr>
          <p:cNvPr id="3" name="Подзаголовок 2">
            <a:extLst>
              <a:ext uri="{FF2B5EF4-FFF2-40B4-BE49-F238E27FC236}">
                <a16:creationId xmlns:a16="http://schemas.microsoft.com/office/drawing/2014/main" id="{2971B750-910B-6CB3-B4F5-4179D6B00F05}"/>
              </a:ext>
            </a:extLst>
          </p:cNvPr>
          <p:cNvSpPr>
            <a:spLocks noGrp="1"/>
          </p:cNvSpPr>
          <p:nvPr>
            <p:ph type="subTitle" idx="1"/>
          </p:nvPr>
        </p:nvSpPr>
        <p:spPr/>
        <p:txBody>
          <a:bodyPr/>
          <a:lstStyle/>
          <a:p>
            <a:r>
              <a:rPr lang="ru-RU" dirty="0"/>
              <a:t>Курс </a:t>
            </a:r>
            <a:r>
              <a:rPr lang="en-US" dirty="0"/>
              <a:t>Java. </a:t>
            </a:r>
            <a:r>
              <a:rPr lang="ru-RU" dirty="0"/>
              <a:t>Коробецкая Анастасия Александровна</a:t>
            </a:r>
          </a:p>
          <a:p>
            <a:endParaRPr lang="ru-RU" dirty="0"/>
          </a:p>
        </p:txBody>
      </p:sp>
      <p:pic>
        <p:nvPicPr>
          <p:cNvPr id="5" name="Рисунок 4">
            <a:extLst>
              <a:ext uri="{FF2B5EF4-FFF2-40B4-BE49-F238E27FC236}">
                <a16:creationId xmlns:a16="http://schemas.microsoft.com/office/drawing/2014/main" id="{A68C2036-6381-A555-7C67-4D1C50F88226}"/>
              </a:ext>
            </a:extLst>
          </p:cNvPr>
          <p:cNvPicPr>
            <a:picLocks noChangeAspect="1"/>
          </p:cNvPicPr>
          <p:nvPr/>
        </p:nvPicPr>
        <p:blipFill>
          <a:blip r:embed="rId2"/>
          <a:stretch>
            <a:fillRect/>
          </a:stretch>
        </p:blipFill>
        <p:spPr>
          <a:xfrm>
            <a:off x="0" y="131863"/>
            <a:ext cx="3419952" cy="971686"/>
          </a:xfrm>
          <a:prstGeom prst="rect">
            <a:avLst/>
          </a:prstGeom>
        </p:spPr>
      </p:pic>
    </p:spTree>
    <p:extLst>
      <p:ext uri="{BB962C8B-B14F-4D97-AF65-F5344CB8AC3E}">
        <p14:creationId xmlns:p14="http://schemas.microsoft.com/office/powerpoint/2010/main" val="193178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698740" y="284176"/>
            <a:ext cx="10800271" cy="604345"/>
          </a:xfrm>
          <a:noFill/>
          <a:ln w="0">
            <a:noFill/>
          </a:ln>
        </p:spPr>
        <p:txBody>
          <a:bodyPr lIns="0" tIns="0" rIns="0" bIns="0" anchor="ctr">
            <a:noAutofit/>
          </a:bodyPr>
          <a:lstStyle/>
          <a:p>
            <a:r>
              <a:rPr lang="ru-RU"/>
              <a:t>MVC в Spring</a:t>
            </a:r>
          </a:p>
        </p:txBody>
      </p:sp>
      <p:sp>
        <p:nvSpPr>
          <p:cNvPr id="90" name="PlaceHolder 2"/>
          <p:cNvSpPr>
            <a:spLocks noGrp="1"/>
          </p:cNvSpPr>
          <p:nvPr>
            <p:ph idx="1"/>
          </p:nvPr>
        </p:nvSpPr>
        <p:spPr>
          <a:xfrm>
            <a:off x="698740" y="1082851"/>
            <a:ext cx="10800271" cy="5340003"/>
          </a:xfrm>
          <a:noFill/>
          <a:ln w="0">
            <a:noFill/>
          </a:ln>
        </p:spPr>
        <p:txBody>
          <a:bodyPr lIns="0" tIns="0" rIns="0" bIns="0" numCol="1" spcCol="0" anchor="t">
            <a:normAutofit fontScale="93500"/>
          </a:bodyPr>
          <a:lstStyle/>
          <a:p>
            <a:r>
              <a:rPr lang="ru-RU" b="1" dirty="0"/>
              <a:t>Model (модель) </a:t>
            </a:r>
            <a:r>
              <a:rPr lang="ru-RU" dirty="0"/>
              <a:t>содержит данные, которые вы хотите отобразить на веб-странице. Однако данные полностью независимы от вашего HTML, это простые объекты Java (например, объекты пользователя), из которых состоит ваше приложение.</a:t>
            </a:r>
          </a:p>
          <a:p>
            <a:r>
              <a:rPr lang="ru-RU" b="1" dirty="0"/>
              <a:t>View (представление) </a:t>
            </a:r>
            <a:r>
              <a:rPr lang="ru-RU" dirty="0"/>
              <a:t>- HTML-шаблон, который является каркасом для HTML-страницы, написанной с определенной библиотекой шаблонов. Содержит заполнители, в которые подставляются данные из модели.</a:t>
            </a:r>
          </a:p>
          <a:p>
            <a:r>
              <a:rPr lang="ru-RU" b="1" dirty="0"/>
              <a:t>Контроллер</a:t>
            </a:r>
            <a:r>
              <a:rPr lang="ru-RU" dirty="0"/>
              <a:t> с аннотацией </a:t>
            </a:r>
            <a:r>
              <a:rPr lang="ru-RU" b="1" dirty="0"/>
              <a:t>@Controller</a:t>
            </a:r>
            <a:r>
              <a:rPr lang="ru-RU" dirty="0"/>
              <a:t>, который отвечает на HTTP-запрос и знает, как преобразовать HTTP-запрос в объекты Java, а также ваши объекты Java в ответ HTML.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698740" y="284176"/>
            <a:ext cx="10800271" cy="604345"/>
          </a:xfrm>
          <a:noFill/>
          <a:ln w="0">
            <a:noFill/>
          </a:ln>
        </p:spPr>
        <p:txBody>
          <a:bodyPr lIns="0" tIns="0" rIns="0" bIns="0" anchor="ctr">
            <a:noAutofit/>
          </a:bodyPr>
          <a:lstStyle/>
          <a:p>
            <a:r>
              <a:rPr lang="ru-RU"/>
              <a:t>Виды контроллеров</a:t>
            </a:r>
          </a:p>
        </p:txBody>
      </p:sp>
      <p:sp>
        <p:nvSpPr>
          <p:cNvPr id="99" name="PlaceHolder 2"/>
          <p:cNvSpPr>
            <a:spLocks noGrp="1"/>
          </p:cNvSpPr>
          <p:nvPr>
            <p:ph idx="1"/>
          </p:nvPr>
        </p:nvSpPr>
        <p:spPr>
          <a:xfrm>
            <a:off x="698740" y="1082851"/>
            <a:ext cx="10800271" cy="5340003"/>
          </a:xfrm>
          <a:noFill/>
          <a:ln w="0">
            <a:noFill/>
          </a:ln>
        </p:spPr>
        <p:txBody>
          <a:bodyPr lIns="0" tIns="0" rIns="0" bIns="0" anchor="t">
            <a:normAutofit/>
          </a:bodyPr>
          <a:lstStyle/>
          <a:p>
            <a:r>
              <a:rPr lang="ru-RU"/>
              <a:t>@Controller - Возвращает имя страницы (шаблона), которая должна ответить на данный запрос или специальный объект ModelAndView</a:t>
            </a:r>
          </a:p>
          <a:p>
            <a:r>
              <a:rPr lang="ru-RU"/>
              <a:t>@RestController - Возвращает и получает объекты через REST API, возможно, завернутые в ResponseEntity (для передачи разных типов объектов и кодов состояний).</a:t>
            </a:r>
          </a:p>
          <a:p>
            <a:r>
              <a:rPr lang="ru-RU"/>
              <a:t>HTTP-ответ формируется автоматически. Но при необходимости, можно обратиться к нему через бин.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B94816F9-705F-2977-8BC0-1BA84DB9345A}"/>
              </a:ext>
            </a:extLst>
          </p:cNvPr>
          <p:cNvSpPr>
            <a:spLocks noGrp="1"/>
          </p:cNvSpPr>
          <p:nvPr>
            <p:ph type="title"/>
          </p:nvPr>
        </p:nvSpPr>
        <p:spPr/>
        <p:txBody>
          <a:bodyPr>
            <a:normAutofit fontScale="90000"/>
          </a:bodyPr>
          <a:lstStyle/>
          <a:p>
            <a:r>
              <a:rPr lang="en-US" dirty="0" err="1"/>
              <a:t>ThymeLeaf</a:t>
            </a:r>
            <a:endParaRPr lang="ru-RU" dirty="0"/>
          </a:p>
        </p:txBody>
      </p:sp>
      <p:sp>
        <p:nvSpPr>
          <p:cNvPr id="4" name="Объект 3">
            <a:extLst>
              <a:ext uri="{FF2B5EF4-FFF2-40B4-BE49-F238E27FC236}">
                <a16:creationId xmlns:a16="http://schemas.microsoft.com/office/drawing/2014/main" id="{2730417A-B5A7-DCF5-65FD-3DD4DECB891F}"/>
              </a:ext>
            </a:extLst>
          </p:cNvPr>
          <p:cNvSpPr>
            <a:spLocks noGrp="1"/>
          </p:cNvSpPr>
          <p:nvPr>
            <p:ph idx="1"/>
          </p:nvPr>
        </p:nvSpPr>
        <p:spPr/>
        <p:txBody>
          <a:bodyPr>
            <a:normAutofit fontScale="92500" lnSpcReduction="10000"/>
          </a:bodyPr>
          <a:lstStyle/>
          <a:p>
            <a:r>
              <a:rPr lang="ru-RU" dirty="0" err="1"/>
              <a:t>Шаблонизатор</a:t>
            </a:r>
            <a:r>
              <a:rPr lang="ru-RU" dirty="0"/>
              <a:t> </a:t>
            </a:r>
            <a:r>
              <a:rPr lang="en-US" dirty="0"/>
              <a:t>HTML, CSS, JS </a:t>
            </a:r>
            <a:r>
              <a:rPr lang="ru-RU" dirty="0"/>
              <a:t>и др. типов файлов</a:t>
            </a:r>
            <a:endParaRPr lang="en-US" dirty="0"/>
          </a:p>
          <a:p>
            <a:r>
              <a:rPr lang="ru-RU" b="1" dirty="0"/>
              <a:t>Шаблоны</a:t>
            </a:r>
            <a:r>
              <a:rPr lang="ru-RU" dirty="0"/>
              <a:t> в </a:t>
            </a:r>
            <a:r>
              <a:rPr lang="ru-RU" dirty="0" err="1"/>
              <a:t>src</a:t>
            </a:r>
            <a:r>
              <a:rPr lang="ru-RU" dirty="0"/>
              <a:t>\</a:t>
            </a:r>
            <a:r>
              <a:rPr lang="ru-RU" dirty="0" err="1"/>
              <a:t>main</a:t>
            </a:r>
            <a:r>
              <a:rPr lang="ru-RU" dirty="0"/>
              <a:t>\</a:t>
            </a:r>
            <a:r>
              <a:rPr lang="ru-RU" dirty="0" err="1"/>
              <a:t>resources</a:t>
            </a:r>
            <a:r>
              <a:rPr lang="ru-RU" dirty="0"/>
              <a:t>\</a:t>
            </a:r>
            <a:r>
              <a:rPr lang="ru-RU" dirty="0" err="1"/>
              <a:t>templates</a:t>
            </a:r>
            <a:endParaRPr lang="ru-RU" dirty="0"/>
          </a:p>
          <a:p>
            <a:r>
              <a:rPr lang="ru-RU" dirty="0"/>
              <a:t>Страница формируется на бэке. Т.е. бэк отдает не </a:t>
            </a:r>
            <a:r>
              <a:rPr lang="en-US" dirty="0"/>
              <a:t>JSON</a:t>
            </a:r>
            <a:r>
              <a:rPr lang="ru-RU" dirty="0"/>
              <a:t>, а </a:t>
            </a:r>
            <a:r>
              <a:rPr lang="en-US" dirty="0"/>
              <a:t>HTML</a:t>
            </a:r>
            <a:r>
              <a:rPr lang="ru-RU" dirty="0"/>
              <a:t>.</a:t>
            </a:r>
          </a:p>
          <a:p>
            <a:r>
              <a:rPr lang="ru-RU"/>
              <a:t>Контроллер принимает </a:t>
            </a:r>
            <a:r>
              <a:rPr lang="ru-RU" dirty="0"/>
              <a:t>специальный объект – </a:t>
            </a:r>
            <a:r>
              <a:rPr lang="ru-RU" b="1" dirty="0"/>
              <a:t>модель</a:t>
            </a:r>
            <a:r>
              <a:rPr lang="ru-RU" dirty="0"/>
              <a:t>, который </a:t>
            </a:r>
            <a:r>
              <a:rPr lang="en-US" dirty="0" err="1"/>
              <a:t>ThymeLeaf</a:t>
            </a:r>
            <a:r>
              <a:rPr lang="en-US" dirty="0"/>
              <a:t> </a:t>
            </a:r>
            <a:r>
              <a:rPr lang="ru-RU" dirty="0"/>
              <a:t>обрабатывает и встраивает в страницу.</a:t>
            </a:r>
          </a:p>
          <a:p>
            <a:r>
              <a:rPr lang="ru-RU" b="1" dirty="0" err="1"/>
              <a:t>Binding</a:t>
            </a:r>
            <a:r>
              <a:rPr lang="ru-RU" dirty="0"/>
              <a:t> - связывание объектов данных с элементами на странице (в двух направлениях)</a:t>
            </a:r>
          </a:p>
          <a:p>
            <a:r>
              <a:rPr lang="ru-RU" dirty="0"/>
              <a:t>В </a:t>
            </a:r>
            <a:r>
              <a:rPr lang="en-US" dirty="0"/>
              <a:t>HTML </a:t>
            </a:r>
            <a:r>
              <a:rPr lang="ru-RU" dirty="0"/>
              <a:t>используются атрибуты с приставкой </a:t>
            </a:r>
            <a:r>
              <a:rPr lang="en-US" dirty="0" err="1"/>
              <a:t>th</a:t>
            </a:r>
            <a:r>
              <a:rPr lang="en-US" dirty="0"/>
              <a:t>:</a:t>
            </a:r>
            <a:r>
              <a:rPr lang="ru-RU" dirty="0"/>
              <a:t> и выражения для подстановки значений:</a:t>
            </a:r>
          </a:p>
          <a:p>
            <a:pPr lvl="1"/>
            <a:r>
              <a:rPr lang="ru-RU" dirty="0"/>
              <a:t>Переменные: ${</a:t>
            </a:r>
            <a:r>
              <a:rPr lang="en-US" dirty="0"/>
              <a:t>message}</a:t>
            </a:r>
          </a:p>
          <a:p>
            <a:pPr lvl="1"/>
            <a:r>
              <a:rPr lang="ru-RU" dirty="0"/>
              <a:t>Переменные выбора объекта: *{</a:t>
            </a:r>
            <a:r>
              <a:rPr lang="en-US" dirty="0" err="1"/>
              <a:t>object.variable</a:t>
            </a:r>
            <a:r>
              <a:rPr lang="en-US" dirty="0"/>
              <a:t>}</a:t>
            </a:r>
          </a:p>
          <a:p>
            <a:pPr lvl="1"/>
            <a:r>
              <a:rPr lang="ru-RU" dirty="0"/>
              <a:t>Сообщения: #{</a:t>
            </a:r>
            <a:r>
              <a:rPr lang="en-US" dirty="0"/>
              <a:t>error}</a:t>
            </a:r>
          </a:p>
          <a:p>
            <a:pPr lvl="1"/>
            <a:r>
              <a:rPr lang="en-US" dirty="0"/>
              <a:t>URL: @{/link}</a:t>
            </a:r>
          </a:p>
          <a:p>
            <a:pPr lvl="1"/>
            <a:r>
              <a:rPr lang="ru-RU" dirty="0"/>
              <a:t>Фрагменты: ~{</a:t>
            </a:r>
            <a:r>
              <a:rPr lang="en-US" dirty="0"/>
              <a:t>template}</a:t>
            </a:r>
            <a:endParaRPr lang="ru-RU" dirty="0"/>
          </a:p>
        </p:txBody>
      </p:sp>
    </p:spTree>
    <p:extLst>
      <p:ext uri="{BB962C8B-B14F-4D97-AF65-F5344CB8AC3E}">
        <p14:creationId xmlns:p14="http://schemas.microsoft.com/office/powerpoint/2010/main" val="384230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25AB03-860D-240D-634E-0AACCBA5FAAE}"/>
              </a:ext>
            </a:extLst>
          </p:cNvPr>
          <p:cNvSpPr>
            <a:spLocks noGrp="1"/>
          </p:cNvSpPr>
          <p:nvPr>
            <p:ph type="title"/>
          </p:nvPr>
        </p:nvSpPr>
        <p:spPr/>
        <p:txBody>
          <a:bodyPr>
            <a:normAutofit fontScale="90000"/>
          </a:bodyPr>
          <a:lstStyle/>
          <a:p>
            <a:r>
              <a:rPr lang="en-US" dirty="0"/>
              <a:t>Spring Boot </a:t>
            </a:r>
            <a:r>
              <a:rPr lang="en-US" dirty="0" err="1"/>
              <a:t>ThymeLeaf</a:t>
            </a:r>
            <a:endParaRPr lang="ru-RU" dirty="0"/>
          </a:p>
        </p:txBody>
      </p:sp>
      <p:pic>
        <p:nvPicPr>
          <p:cNvPr id="3" name="Рисунок 2">
            <a:extLst>
              <a:ext uri="{FF2B5EF4-FFF2-40B4-BE49-F238E27FC236}">
                <a16:creationId xmlns:a16="http://schemas.microsoft.com/office/drawing/2014/main" id="{54F19F39-CA8A-17EE-2302-DD3D9AD6E0E9}"/>
              </a:ext>
            </a:extLst>
          </p:cNvPr>
          <p:cNvPicPr/>
          <p:nvPr/>
        </p:nvPicPr>
        <p:blipFill>
          <a:blip r:embed="rId2"/>
          <a:stretch/>
        </p:blipFill>
        <p:spPr>
          <a:xfrm>
            <a:off x="249676" y="996689"/>
            <a:ext cx="11692647" cy="5355473"/>
          </a:xfrm>
          <a:prstGeom prst="rect">
            <a:avLst/>
          </a:prstGeom>
          <a:ln w="0">
            <a:noFill/>
          </a:ln>
        </p:spPr>
      </p:pic>
    </p:spTree>
    <p:extLst>
      <p:ext uri="{BB962C8B-B14F-4D97-AF65-F5344CB8AC3E}">
        <p14:creationId xmlns:p14="http://schemas.microsoft.com/office/powerpoint/2010/main" val="2768301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29F3C8-9E41-BA5B-7D7A-0449D4263D88}"/>
              </a:ext>
            </a:extLst>
          </p:cNvPr>
          <p:cNvSpPr>
            <a:spLocks noGrp="1"/>
          </p:cNvSpPr>
          <p:nvPr>
            <p:ph type="title"/>
          </p:nvPr>
        </p:nvSpPr>
        <p:spPr/>
        <p:txBody>
          <a:bodyPr>
            <a:normAutofit fontScale="90000"/>
          </a:bodyPr>
          <a:lstStyle/>
          <a:p>
            <a:r>
              <a:rPr lang="ru-RU" dirty="0" err="1"/>
              <a:t>Версионирование</a:t>
            </a:r>
            <a:r>
              <a:rPr lang="ru-RU" dirty="0"/>
              <a:t> </a:t>
            </a:r>
            <a:r>
              <a:rPr lang="en-US" dirty="0"/>
              <a:t>API</a:t>
            </a:r>
            <a:endParaRPr lang="ru-RU" dirty="0"/>
          </a:p>
        </p:txBody>
      </p:sp>
      <p:sp>
        <p:nvSpPr>
          <p:cNvPr id="3" name="Объект 2">
            <a:extLst>
              <a:ext uri="{FF2B5EF4-FFF2-40B4-BE49-F238E27FC236}">
                <a16:creationId xmlns:a16="http://schemas.microsoft.com/office/drawing/2014/main" id="{8FC8B72B-DEE8-1677-EE56-8630D39535CE}"/>
              </a:ext>
            </a:extLst>
          </p:cNvPr>
          <p:cNvSpPr>
            <a:spLocks noGrp="1"/>
          </p:cNvSpPr>
          <p:nvPr>
            <p:ph idx="1"/>
          </p:nvPr>
        </p:nvSpPr>
        <p:spPr/>
        <p:txBody>
          <a:bodyPr>
            <a:normAutofit fontScale="92500" lnSpcReduction="20000"/>
          </a:bodyPr>
          <a:lstStyle/>
          <a:p>
            <a:r>
              <a:rPr lang="ru-RU" dirty="0"/>
              <a:t>В идеальном мире обновление </a:t>
            </a:r>
            <a:r>
              <a:rPr lang="en-US" dirty="0"/>
              <a:t>API </a:t>
            </a:r>
            <a:r>
              <a:rPr lang="ru-RU" dirty="0"/>
              <a:t>происходит с полной обратной совместимостью, но в реальности это не всегда удается.</a:t>
            </a:r>
          </a:p>
          <a:p>
            <a:r>
              <a:rPr lang="en-US" b="1" dirty="0"/>
              <a:t>Breaking changes</a:t>
            </a:r>
            <a:r>
              <a:rPr lang="ru-RU" b="1" dirty="0"/>
              <a:t> (критические изменения) </a:t>
            </a:r>
            <a:r>
              <a:rPr lang="ru-RU" dirty="0"/>
              <a:t>- изменение формата JSON, переименование или удаление полей, изменение URL </a:t>
            </a:r>
            <a:r>
              <a:rPr lang="ru-RU" dirty="0" err="1"/>
              <a:t>эндпоинтов</a:t>
            </a:r>
            <a:r>
              <a:rPr lang="ru-RU" dirty="0"/>
              <a:t>, введение обязательных параметров, которые раньше были необязательными.</a:t>
            </a:r>
          </a:p>
          <a:p>
            <a:r>
              <a:rPr lang="ru-RU" dirty="0"/>
              <a:t>Если есть внешние пользователи</a:t>
            </a:r>
            <a:r>
              <a:rPr lang="en-US" dirty="0"/>
              <a:t> (</a:t>
            </a:r>
            <a:r>
              <a:rPr lang="ru-RU" dirty="0"/>
              <a:t>клиентские приложения, например </a:t>
            </a:r>
            <a:r>
              <a:rPr lang="en-US" dirty="0"/>
              <a:t>web </a:t>
            </a:r>
            <a:r>
              <a:rPr lang="ru-RU" dirty="0"/>
              <a:t>и мобильное), не все из них могут сразу переключиться на новый формат </a:t>
            </a:r>
            <a:r>
              <a:rPr lang="en-US" dirty="0"/>
              <a:t>API</a:t>
            </a:r>
            <a:r>
              <a:rPr lang="ru-RU" dirty="0"/>
              <a:t>.</a:t>
            </a:r>
          </a:p>
          <a:p>
            <a:r>
              <a:rPr lang="ru-RU" dirty="0"/>
              <a:t>Приходится поддерживать несколько версий </a:t>
            </a:r>
            <a:r>
              <a:rPr lang="en-US" dirty="0"/>
              <a:t>API </a:t>
            </a:r>
            <a:r>
              <a:rPr lang="ru-RU" dirty="0"/>
              <a:t>одновременно.</a:t>
            </a:r>
          </a:p>
          <a:p>
            <a:r>
              <a:rPr lang="ru-RU" b="1" dirty="0"/>
              <a:t>Эволюция </a:t>
            </a:r>
            <a:r>
              <a:rPr lang="en-US" b="1" dirty="0"/>
              <a:t>API</a:t>
            </a:r>
            <a:r>
              <a:rPr lang="ru-RU" dirty="0"/>
              <a:t>: выпускаем новую версию, старую помечаем как </a:t>
            </a:r>
            <a:r>
              <a:rPr lang="en-US" dirty="0"/>
              <a:t>deprecated</a:t>
            </a:r>
            <a:r>
              <a:rPr lang="ru-RU" dirty="0"/>
              <a:t> (устаревшую), ждем, чтобы все пользователи мигрировали на новую версию, отключаем.</a:t>
            </a:r>
          </a:p>
          <a:p>
            <a:r>
              <a:rPr lang="ru-RU" dirty="0"/>
              <a:t>Нумерация версий из трех цифр 1.2.3 – </a:t>
            </a:r>
            <a:r>
              <a:rPr lang="en-US" i="1" dirty="0" err="1"/>
              <a:t>major.minor</a:t>
            </a:r>
            <a:r>
              <a:rPr lang="en-US" i="1" dirty="0"/>
              <a:t>[.micro[.build]]</a:t>
            </a:r>
            <a:r>
              <a:rPr lang="ru-RU" i="1" dirty="0"/>
              <a:t>.</a:t>
            </a:r>
            <a:r>
              <a:rPr lang="ru-RU" dirty="0"/>
              <a:t> Иногда </a:t>
            </a:r>
            <a:r>
              <a:rPr lang="en-US" dirty="0"/>
              <a:t>micro</a:t>
            </a:r>
            <a:r>
              <a:rPr lang="ru-RU" dirty="0"/>
              <a:t> обозначают буквой, например </a:t>
            </a:r>
            <a:r>
              <a:rPr lang="en-US" dirty="0"/>
              <a:t>3.42b</a:t>
            </a:r>
            <a:r>
              <a:rPr lang="ru-RU" dirty="0"/>
              <a:t>. В </a:t>
            </a:r>
            <a:r>
              <a:rPr lang="en-US" dirty="0"/>
              <a:t>Linux - </a:t>
            </a:r>
            <a:r>
              <a:rPr lang="en-US" i="1" dirty="0" err="1"/>
              <a:t>current.revision.age</a:t>
            </a:r>
            <a:endParaRPr lang="en-US" dirty="0"/>
          </a:p>
          <a:p>
            <a:r>
              <a:rPr lang="ru-RU" dirty="0"/>
              <a:t>Критические изменения – увеличение </a:t>
            </a:r>
            <a:r>
              <a:rPr lang="en-US" dirty="0"/>
              <a:t>major</a:t>
            </a:r>
            <a:r>
              <a:rPr lang="ru-RU" dirty="0"/>
              <a:t>. Т.е. могут быть параллельно </a:t>
            </a:r>
            <a:r>
              <a:rPr lang="en-US" dirty="0"/>
              <a:t>1.25 </a:t>
            </a:r>
            <a:r>
              <a:rPr lang="ru-RU" dirty="0"/>
              <a:t>и </a:t>
            </a:r>
            <a:r>
              <a:rPr lang="en-US" dirty="0"/>
              <a:t>2.3</a:t>
            </a:r>
            <a:r>
              <a:rPr lang="ru-RU" dirty="0"/>
              <a:t>, но не </a:t>
            </a:r>
            <a:r>
              <a:rPr lang="en-US" dirty="0"/>
              <a:t>2.3 </a:t>
            </a:r>
            <a:r>
              <a:rPr lang="ru-RU" dirty="0"/>
              <a:t>и </a:t>
            </a:r>
            <a:r>
              <a:rPr lang="en-US" dirty="0"/>
              <a:t>2.4</a:t>
            </a:r>
            <a:r>
              <a:rPr lang="ru-RU" dirty="0"/>
              <a:t>.</a:t>
            </a:r>
            <a:endParaRPr lang="en-US" dirty="0"/>
          </a:p>
          <a:p>
            <a:r>
              <a:rPr lang="ru-RU" dirty="0"/>
              <a:t>Старые версии могут некоторое время продолжать обновляться.</a:t>
            </a:r>
          </a:p>
        </p:txBody>
      </p:sp>
    </p:spTree>
    <p:extLst>
      <p:ext uri="{BB962C8B-B14F-4D97-AF65-F5344CB8AC3E}">
        <p14:creationId xmlns:p14="http://schemas.microsoft.com/office/powerpoint/2010/main" val="792972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1B518F-952D-39B3-D83E-D8BC1FD3A19C}"/>
              </a:ext>
            </a:extLst>
          </p:cNvPr>
          <p:cNvSpPr>
            <a:spLocks noGrp="1"/>
          </p:cNvSpPr>
          <p:nvPr>
            <p:ph type="title"/>
          </p:nvPr>
        </p:nvSpPr>
        <p:spPr/>
        <p:txBody>
          <a:bodyPr>
            <a:normAutofit fontScale="90000"/>
          </a:bodyPr>
          <a:lstStyle/>
          <a:p>
            <a:r>
              <a:rPr lang="ru-RU" b="1" dirty="0"/>
              <a:t>Способы </a:t>
            </a:r>
            <a:r>
              <a:rPr lang="ru-RU" b="1" dirty="0" err="1"/>
              <a:t>версионирования</a:t>
            </a:r>
            <a:r>
              <a:rPr lang="ru-RU" b="1" dirty="0"/>
              <a:t> </a:t>
            </a:r>
            <a:r>
              <a:rPr lang="en-US" b="1" dirty="0"/>
              <a:t>REST API</a:t>
            </a:r>
            <a:endParaRPr lang="ru-RU" dirty="0"/>
          </a:p>
        </p:txBody>
      </p:sp>
      <p:sp>
        <p:nvSpPr>
          <p:cNvPr id="3" name="Объект 2">
            <a:extLst>
              <a:ext uri="{FF2B5EF4-FFF2-40B4-BE49-F238E27FC236}">
                <a16:creationId xmlns:a16="http://schemas.microsoft.com/office/drawing/2014/main" id="{715BE141-1A4A-E660-5BCD-D1A052CBD9A7}"/>
              </a:ext>
            </a:extLst>
          </p:cNvPr>
          <p:cNvSpPr>
            <a:spLocks noGrp="1"/>
          </p:cNvSpPr>
          <p:nvPr>
            <p:ph idx="1"/>
          </p:nvPr>
        </p:nvSpPr>
        <p:spPr/>
        <p:txBody>
          <a:bodyPr>
            <a:normAutofit fontScale="85000" lnSpcReduction="20000"/>
          </a:bodyPr>
          <a:lstStyle/>
          <a:p>
            <a:r>
              <a:rPr lang="ru-RU" dirty="0" err="1"/>
              <a:t>Версионирование</a:t>
            </a:r>
            <a:r>
              <a:rPr lang="ru-RU" dirty="0"/>
              <a:t> </a:t>
            </a:r>
            <a:r>
              <a:rPr lang="ru-RU" b="1" dirty="0"/>
              <a:t>в пути URL (</a:t>
            </a:r>
            <a:r>
              <a:rPr lang="ru-RU" b="1" dirty="0" err="1"/>
              <a:t>Path</a:t>
            </a:r>
            <a:r>
              <a:rPr lang="ru-RU" b="1" dirty="0"/>
              <a:t> </a:t>
            </a:r>
            <a:r>
              <a:rPr lang="ru-RU" b="1" dirty="0" err="1"/>
              <a:t>Versioning</a:t>
            </a:r>
            <a:r>
              <a:rPr lang="ru-RU" b="1" dirty="0"/>
              <a:t>) </a:t>
            </a:r>
            <a:r>
              <a:rPr lang="ru-RU" dirty="0"/>
              <a:t>- включает версию прямо </a:t>
            </a:r>
            <a:r>
              <a:rPr lang="ru-RU" dirty="0" err="1"/>
              <a:t>эндпоинт</a:t>
            </a:r>
            <a:r>
              <a:rPr lang="ru-RU" dirty="0"/>
              <a:t>, обычно как префикс:</a:t>
            </a:r>
          </a:p>
          <a:p>
            <a:pPr lvl="1"/>
            <a:r>
              <a:rPr lang="ru-RU" dirty="0"/>
              <a:t>например, /</a:t>
            </a:r>
            <a:r>
              <a:rPr lang="ru-RU" dirty="0" err="1"/>
              <a:t>api</a:t>
            </a:r>
            <a:r>
              <a:rPr lang="ru-RU" dirty="0"/>
              <a:t>/v1/</a:t>
            </a:r>
          </a:p>
          <a:p>
            <a:pPr lvl="1"/>
            <a:r>
              <a:rPr lang="ru-RU" dirty="0"/>
              <a:t>Версии полностью независимы, с отдельной документацией, но даже одинаковые части придется дублировать, в том числе на стороне клиента и в кеше</a:t>
            </a:r>
          </a:p>
          <a:p>
            <a:pPr lvl="1"/>
            <a:r>
              <a:rPr lang="ru-RU" dirty="0"/>
              <a:t>Можно разнести версии по отдельным приложениям</a:t>
            </a:r>
          </a:p>
          <a:p>
            <a:r>
              <a:rPr lang="ru-RU" dirty="0" err="1"/>
              <a:t>Версионирование</a:t>
            </a:r>
            <a:r>
              <a:rPr lang="ru-RU" dirty="0"/>
              <a:t> </a:t>
            </a:r>
            <a:r>
              <a:rPr lang="ru-RU" b="1" dirty="0"/>
              <a:t>через параметр запроса (</a:t>
            </a:r>
            <a:r>
              <a:rPr lang="ru-RU" b="1" dirty="0" err="1"/>
              <a:t>Query</a:t>
            </a:r>
            <a:r>
              <a:rPr lang="ru-RU" b="1" dirty="0"/>
              <a:t> </a:t>
            </a:r>
            <a:r>
              <a:rPr lang="ru-RU" b="1" dirty="0" err="1"/>
              <a:t>Parameter</a:t>
            </a:r>
            <a:r>
              <a:rPr lang="ru-RU" b="1" dirty="0"/>
              <a:t>) </a:t>
            </a:r>
            <a:r>
              <a:rPr lang="ru-RU" dirty="0"/>
              <a:t>- версия передается как параметр URL, например:</a:t>
            </a:r>
          </a:p>
          <a:p>
            <a:pPr lvl="1"/>
            <a:r>
              <a:rPr lang="ru-RU" dirty="0"/>
              <a:t>GET /</a:t>
            </a:r>
            <a:r>
              <a:rPr lang="ru-RU" dirty="0" err="1"/>
              <a:t>api</a:t>
            </a:r>
            <a:r>
              <a:rPr lang="ru-RU" dirty="0"/>
              <a:t>/</a:t>
            </a:r>
            <a:r>
              <a:rPr lang="ru-RU" dirty="0" err="1"/>
              <a:t>items?version</a:t>
            </a:r>
            <a:r>
              <a:rPr lang="ru-RU" dirty="0"/>
              <a:t>=2</a:t>
            </a:r>
          </a:p>
          <a:p>
            <a:pPr lvl="1"/>
            <a:r>
              <a:rPr lang="ru-RU" dirty="0"/>
              <a:t>Версия опциональна, если не указана - актуальная</a:t>
            </a:r>
          </a:p>
          <a:p>
            <a:r>
              <a:rPr lang="ru-RU" dirty="0" err="1"/>
              <a:t>Версионирование</a:t>
            </a:r>
            <a:r>
              <a:rPr lang="ru-RU" dirty="0"/>
              <a:t> через </a:t>
            </a:r>
            <a:r>
              <a:rPr lang="en-US" dirty="0"/>
              <a:t>HTTP-</a:t>
            </a:r>
            <a:r>
              <a:rPr lang="ru-RU" dirty="0"/>
              <a:t>заголовки - версия передается не в URL, а в HTTP-заголовке запроса</a:t>
            </a:r>
          </a:p>
          <a:p>
            <a:pPr lvl="1"/>
            <a:r>
              <a:rPr lang="ru-RU" b="1" dirty="0"/>
              <a:t>пользовательский заголовок</a:t>
            </a:r>
            <a:r>
              <a:rPr lang="ru-RU" dirty="0"/>
              <a:t> </a:t>
            </a:r>
          </a:p>
          <a:p>
            <a:pPr lvl="2"/>
            <a:r>
              <a:rPr lang="en-US" dirty="0"/>
              <a:t>X-API-Version: 2</a:t>
            </a:r>
            <a:endParaRPr lang="ru-RU" dirty="0"/>
          </a:p>
          <a:p>
            <a:pPr lvl="1"/>
            <a:r>
              <a:rPr lang="en-US" b="1" dirty="0"/>
              <a:t>Accept Header (Content Negotiation</a:t>
            </a:r>
            <a:r>
              <a:rPr lang="ru-RU" b="1" dirty="0"/>
              <a:t>)</a:t>
            </a:r>
            <a:r>
              <a:rPr lang="ru-RU" dirty="0"/>
              <a:t> - стандартный заголовок </a:t>
            </a:r>
            <a:r>
              <a:rPr lang="en-US" dirty="0"/>
              <a:t>Accept </a:t>
            </a:r>
            <a:r>
              <a:rPr lang="ru-RU" dirty="0"/>
              <a:t>с нестандартным </a:t>
            </a:r>
            <a:r>
              <a:rPr lang="en-US" b="1" dirty="0"/>
              <a:t>MIME-</a:t>
            </a:r>
            <a:r>
              <a:rPr lang="ru-RU" b="1" dirty="0"/>
              <a:t>типом</a:t>
            </a:r>
          </a:p>
          <a:p>
            <a:pPr lvl="2"/>
            <a:r>
              <a:rPr lang="en-US" dirty="0"/>
              <a:t>Accept: application/some.company.app-v1+json</a:t>
            </a:r>
            <a:endParaRPr lang="ru-RU" dirty="0"/>
          </a:p>
          <a:p>
            <a:pPr lvl="1"/>
            <a:r>
              <a:rPr lang="ru-RU" dirty="0"/>
              <a:t>Независимость от </a:t>
            </a:r>
            <a:r>
              <a:rPr lang="en-US" dirty="0"/>
              <a:t>URL</a:t>
            </a:r>
            <a:r>
              <a:rPr lang="ru-RU" dirty="0"/>
              <a:t>, версия неявная, но сложнее тестировать и внедрять</a:t>
            </a:r>
          </a:p>
          <a:p>
            <a:pPr lvl="1"/>
            <a:r>
              <a:rPr lang="ru-RU" dirty="0"/>
              <a:t>Удобно для микросервисов</a:t>
            </a:r>
          </a:p>
        </p:txBody>
      </p:sp>
    </p:spTree>
    <p:extLst>
      <p:ext uri="{BB962C8B-B14F-4D97-AF65-F5344CB8AC3E}">
        <p14:creationId xmlns:p14="http://schemas.microsoft.com/office/powerpoint/2010/main" val="2219344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82F83790-558D-D2EB-33DD-A0CA442F53E9}"/>
              </a:ext>
            </a:extLst>
          </p:cNvPr>
          <p:cNvSpPr>
            <a:spLocks noGrp="1"/>
          </p:cNvSpPr>
          <p:nvPr>
            <p:ph type="title"/>
          </p:nvPr>
        </p:nvSpPr>
        <p:spPr/>
        <p:txBody>
          <a:bodyPr>
            <a:normAutofit fontScale="90000"/>
          </a:bodyPr>
          <a:lstStyle/>
          <a:p>
            <a:r>
              <a:rPr lang="ru-RU" dirty="0"/>
              <a:t>Простейшая реализация по </a:t>
            </a:r>
            <a:r>
              <a:rPr lang="en-US" dirty="0"/>
              <a:t>URL</a:t>
            </a:r>
            <a:endParaRPr lang="ru-RU" dirty="0"/>
          </a:p>
        </p:txBody>
      </p:sp>
      <p:sp>
        <p:nvSpPr>
          <p:cNvPr id="7" name="TextBox 6">
            <a:extLst>
              <a:ext uri="{FF2B5EF4-FFF2-40B4-BE49-F238E27FC236}">
                <a16:creationId xmlns:a16="http://schemas.microsoft.com/office/drawing/2014/main" id="{0032945C-5C4C-5791-237A-A0A43F47FF47}"/>
              </a:ext>
            </a:extLst>
          </p:cNvPr>
          <p:cNvSpPr txBox="1"/>
          <p:nvPr/>
        </p:nvSpPr>
        <p:spPr>
          <a:xfrm>
            <a:off x="673167" y="1278774"/>
            <a:ext cx="10800271" cy="1754326"/>
          </a:xfrm>
          <a:prstGeom prst="rect">
            <a:avLst/>
          </a:prstGeom>
          <a:noFill/>
        </p:spPr>
        <p:txBody>
          <a:bodyPr wrap="square">
            <a:spAutoFit/>
          </a:bodyPr>
          <a:lstStyle/>
          <a:p>
            <a:r>
              <a:rPr lang="en-US" dirty="0">
                <a:latin typeface="Consolas" panose="020B0609020204030204" pitchFamily="49" charset="0"/>
              </a:rPr>
              <a:t>@RestController</a:t>
            </a:r>
          </a:p>
          <a:p>
            <a:r>
              <a:rPr lang="en-US" dirty="0">
                <a:latin typeface="Consolas" panose="020B0609020204030204" pitchFamily="49" charset="0"/>
              </a:rPr>
              <a:t>@RequestMapping("/api/v1")</a:t>
            </a:r>
          </a:p>
          <a:p>
            <a:r>
              <a:rPr lang="en-US" dirty="0">
                <a:latin typeface="Consolas" panose="020B0609020204030204" pitchFamily="49" charset="0"/>
              </a:rPr>
              <a:t>public class ExampleControllerV1 {</a:t>
            </a:r>
          </a:p>
          <a:p>
            <a:r>
              <a:rPr lang="en-US" dirty="0">
                <a:latin typeface="Consolas" panose="020B0609020204030204" pitchFamily="49" charset="0"/>
              </a:rPr>
              <a:t>    @GetMapping("/items")</a:t>
            </a:r>
          </a:p>
          <a:p>
            <a:r>
              <a:rPr lang="en-US" dirty="0">
                <a:latin typeface="Consolas" panose="020B0609020204030204" pitchFamily="49" charset="0"/>
              </a:rPr>
              <a:t>    public List&lt;ItemDtoV1&gt; getItemsV1() { ... }</a:t>
            </a:r>
          </a:p>
          <a:p>
            <a:r>
              <a:rPr lang="en-US" dirty="0">
                <a:latin typeface="Consolas" panose="020B0609020204030204" pitchFamily="49" charset="0"/>
              </a:rPr>
              <a:t>}</a:t>
            </a:r>
            <a:endParaRPr lang="ru-RU" dirty="0">
              <a:latin typeface="Consolas" panose="020B0609020204030204" pitchFamily="49" charset="0"/>
            </a:endParaRPr>
          </a:p>
        </p:txBody>
      </p:sp>
      <p:sp>
        <p:nvSpPr>
          <p:cNvPr id="8" name="TextBox 7">
            <a:extLst>
              <a:ext uri="{FF2B5EF4-FFF2-40B4-BE49-F238E27FC236}">
                <a16:creationId xmlns:a16="http://schemas.microsoft.com/office/drawing/2014/main" id="{9DB017F0-FE04-3699-0734-8105D7031C7A}"/>
              </a:ext>
            </a:extLst>
          </p:cNvPr>
          <p:cNvSpPr txBox="1"/>
          <p:nvPr/>
        </p:nvSpPr>
        <p:spPr>
          <a:xfrm>
            <a:off x="673167" y="3927279"/>
            <a:ext cx="10774698" cy="1754326"/>
          </a:xfrm>
          <a:prstGeom prst="rect">
            <a:avLst/>
          </a:prstGeom>
          <a:noFill/>
        </p:spPr>
        <p:txBody>
          <a:bodyPr wrap="square">
            <a:spAutoFit/>
          </a:bodyPr>
          <a:lstStyle/>
          <a:p>
            <a:r>
              <a:rPr lang="en-US" dirty="0">
                <a:latin typeface="Consolas" panose="020B0609020204030204" pitchFamily="49" charset="0"/>
              </a:rPr>
              <a:t>@RestController</a:t>
            </a:r>
          </a:p>
          <a:p>
            <a:r>
              <a:rPr lang="en-US" dirty="0">
                <a:latin typeface="Consolas" panose="020B0609020204030204" pitchFamily="49" charset="0"/>
              </a:rPr>
              <a:t>@RequestMapping("/api/v2")</a:t>
            </a:r>
          </a:p>
          <a:p>
            <a:r>
              <a:rPr lang="en-US" dirty="0">
                <a:latin typeface="Consolas" panose="020B0609020204030204" pitchFamily="49" charset="0"/>
              </a:rPr>
              <a:t>public class ExampleControllerV2 {</a:t>
            </a:r>
          </a:p>
          <a:p>
            <a:r>
              <a:rPr lang="en-US" dirty="0">
                <a:latin typeface="Consolas" panose="020B0609020204030204" pitchFamily="49" charset="0"/>
              </a:rPr>
              <a:t>    @GetMapping("/items")</a:t>
            </a:r>
          </a:p>
          <a:p>
            <a:r>
              <a:rPr lang="en-US" dirty="0">
                <a:latin typeface="Consolas" panose="020B0609020204030204" pitchFamily="49" charset="0"/>
              </a:rPr>
              <a:t>    public List&lt;ItemDtoV2&gt; getItemsV2() { ... }</a:t>
            </a:r>
          </a:p>
          <a:p>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1487676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97BC-C1B4-ACC5-DB5A-15B9B560EE90}"/>
            </a:ext>
          </a:extLst>
        </p:cNvPr>
        <p:cNvGrpSpPr/>
        <p:nvPr/>
      </p:nvGrpSpPr>
      <p:grpSpPr>
        <a:xfrm>
          <a:off x="0" y="0"/>
          <a:ext cx="0" cy="0"/>
          <a:chOff x="0" y="0"/>
          <a:chExt cx="0" cy="0"/>
        </a:xfrm>
      </p:grpSpPr>
      <p:sp>
        <p:nvSpPr>
          <p:cNvPr id="4" name="Заголовок 3">
            <a:extLst>
              <a:ext uri="{FF2B5EF4-FFF2-40B4-BE49-F238E27FC236}">
                <a16:creationId xmlns:a16="http://schemas.microsoft.com/office/drawing/2014/main" id="{6C08BBAC-8580-32F3-18E7-AC63A8102BBF}"/>
              </a:ext>
            </a:extLst>
          </p:cNvPr>
          <p:cNvSpPr>
            <a:spLocks noGrp="1"/>
          </p:cNvSpPr>
          <p:nvPr>
            <p:ph type="title"/>
          </p:nvPr>
        </p:nvSpPr>
        <p:spPr/>
        <p:txBody>
          <a:bodyPr>
            <a:normAutofit fontScale="90000"/>
          </a:bodyPr>
          <a:lstStyle/>
          <a:p>
            <a:r>
              <a:rPr lang="ru-RU" dirty="0"/>
              <a:t>Простейшая реализация через параметры</a:t>
            </a:r>
          </a:p>
        </p:txBody>
      </p:sp>
      <p:sp>
        <p:nvSpPr>
          <p:cNvPr id="6" name="TextBox 5">
            <a:extLst>
              <a:ext uri="{FF2B5EF4-FFF2-40B4-BE49-F238E27FC236}">
                <a16:creationId xmlns:a16="http://schemas.microsoft.com/office/drawing/2014/main" id="{6DD785A0-C6D7-8CA1-F8D7-44ACB5BCA078}"/>
              </a:ext>
            </a:extLst>
          </p:cNvPr>
          <p:cNvSpPr txBox="1"/>
          <p:nvPr/>
        </p:nvSpPr>
        <p:spPr>
          <a:xfrm>
            <a:off x="698740" y="1195067"/>
            <a:ext cx="10800270" cy="2585323"/>
          </a:xfrm>
          <a:prstGeom prst="rect">
            <a:avLst/>
          </a:prstGeom>
          <a:noFill/>
        </p:spPr>
        <p:txBody>
          <a:bodyPr wrap="square">
            <a:spAutoFit/>
          </a:bodyPr>
          <a:lstStyle/>
          <a:p>
            <a:r>
              <a:rPr lang="en-US" dirty="0">
                <a:latin typeface="Consolas" panose="020B0609020204030204" pitchFamily="49" charset="0"/>
              </a:rPr>
              <a:t>@RestController</a:t>
            </a:r>
          </a:p>
          <a:p>
            <a:r>
              <a:rPr lang="en-US" dirty="0">
                <a:latin typeface="Consolas" panose="020B0609020204030204" pitchFamily="49" charset="0"/>
              </a:rPr>
              <a:t>@RequestMapping("/api")</a:t>
            </a:r>
          </a:p>
          <a:p>
            <a:r>
              <a:rPr lang="en-US" dirty="0">
                <a:latin typeface="Consolas" panose="020B0609020204030204" pitchFamily="49" charset="0"/>
              </a:rPr>
              <a:t>public class </a:t>
            </a:r>
            <a:r>
              <a:rPr lang="en-US" dirty="0" err="1">
                <a:latin typeface="Consolas" panose="020B0609020204030204" pitchFamily="49" charset="0"/>
              </a:rPr>
              <a:t>ItemsController</a:t>
            </a:r>
            <a:r>
              <a:rPr lang="en-US" dirty="0">
                <a:latin typeface="Consolas" panose="020B0609020204030204" pitchFamily="49" charset="0"/>
              </a:rPr>
              <a:t> {</a:t>
            </a:r>
          </a:p>
          <a:p>
            <a:r>
              <a:rPr lang="en-US" dirty="0">
                <a:latin typeface="Consolas" panose="020B0609020204030204" pitchFamily="49" charset="0"/>
              </a:rPr>
              <a:t>    @GetMapping(value = "/items", params = "version=1")</a:t>
            </a:r>
          </a:p>
          <a:p>
            <a:r>
              <a:rPr lang="en-US" dirty="0">
                <a:latin typeface="Consolas" panose="020B0609020204030204" pitchFamily="49" charset="0"/>
              </a:rPr>
              <a:t>    public List&lt;ItemDtoV1&gt; getItemsV1() { ... }</a:t>
            </a:r>
          </a:p>
          <a:p>
            <a:endParaRPr lang="en-US" dirty="0">
              <a:latin typeface="Consolas" panose="020B0609020204030204" pitchFamily="49" charset="0"/>
            </a:endParaRPr>
          </a:p>
          <a:p>
            <a:r>
              <a:rPr lang="en-US" dirty="0">
                <a:latin typeface="Consolas" panose="020B0609020204030204" pitchFamily="49" charset="0"/>
              </a:rPr>
              <a:t>    @GetMapping(value = "/items", params = "version=2")</a:t>
            </a:r>
          </a:p>
          <a:p>
            <a:r>
              <a:rPr lang="en-US" dirty="0">
                <a:latin typeface="Consolas" panose="020B0609020204030204" pitchFamily="49" charset="0"/>
              </a:rPr>
              <a:t>    public List&lt;ItemDtoV2&gt; getItemsV2() { ... }</a:t>
            </a:r>
          </a:p>
          <a:p>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2598235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C474D1-C898-7EB5-0A47-465E52A99D82}"/>
              </a:ext>
            </a:extLst>
          </p:cNvPr>
          <p:cNvSpPr>
            <a:spLocks noGrp="1"/>
          </p:cNvSpPr>
          <p:nvPr>
            <p:ph type="title"/>
          </p:nvPr>
        </p:nvSpPr>
        <p:spPr/>
        <p:txBody>
          <a:bodyPr>
            <a:normAutofit fontScale="90000"/>
          </a:bodyPr>
          <a:lstStyle/>
          <a:p>
            <a:r>
              <a:rPr lang="ru-RU" dirty="0"/>
              <a:t>Простейшая реализация через заголовки</a:t>
            </a:r>
          </a:p>
        </p:txBody>
      </p:sp>
      <p:sp>
        <p:nvSpPr>
          <p:cNvPr id="4" name="TextBox 3">
            <a:extLst>
              <a:ext uri="{FF2B5EF4-FFF2-40B4-BE49-F238E27FC236}">
                <a16:creationId xmlns:a16="http://schemas.microsoft.com/office/drawing/2014/main" id="{D985C2D1-B093-2E0B-8F66-AF0E099C315D}"/>
              </a:ext>
            </a:extLst>
          </p:cNvPr>
          <p:cNvSpPr txBox="1"/>
          <p:nvPr/>
        </p:nvSpPr>
        <p:spPr>
          <a:xfrm>
            <a:off x="698740" y="1446154"/>
            <a:ext cx="10800270" cy="2585323"/>
          </a:xfrm>
          <a:prstGeom prst="rect">
            <a:avLst/>
          </a:prstGeom>
          <a:noFill/>
        </p:spPr>
        <p:txBody>
          <a:bodyPr wrap="square">
            <a:spAutoFit/>
          </a:bodyPr>
          <a:lstStyle/>
          <a:p>
            <a:pPr>
              <a:buNone/>
            </a:pPr>
            <a:r>
              <a:rPr lang="en-US" dirty="0">
                <a:latin typeface="Courier New" panose="02070309020205020404" pitchFamily="49" charset="0"/>
              </a:rPr>
              <a:t>@RestController</a:t>
            </a:r>
            <a:br>
              <a:rPr lang="en-US" dirty="0">
                <a:latin typeface="Courier New" panose="02070309020205020404" pitchFamily="49" charset="0"/>
              </a:rPr>
            </a:br>
            <a:r>
              <a:rPr lang="en-US" dirty="0">
                <a:latin typeface="Courier New" panose="02070309020205020404" pitchFamily="49" charset="0"/>
              </a:rPr>
              <a:t>@RequestMapping("/api")</a:t>
            </a:r>
            <a:br>
              <a:rPr lang="en-US" dirty="0">
                <a:latin typeface="Courier New" panose="02070309020205020404" pitchFamily="49" charset="0"/>
              </a:rPr>
            </a:br>
            <a:r>
              <a:rPr lang="en-US" dirty="0">
                <a:latin typeface="Courier New" panose="02070309020205020404" pitchFamily="49" charset="0"/>
              </a:rPr>
              <a:t>public class </a:t>
            </a:r>
            <a:r>
              <a:rPr lang="en-US" dirty="0" err="1">
                <a:latin typeface="Courier New" panose="02070309020205020404" pitchFamily="49" charset="0"/>
              </a:rPr>
              <a:t>ItemsController</a:t>
            </a:r>
            <a:r>
              <a:rPr lang="en-US" dirty="0">
                <a:latin typeface="Courier New" panose="02070309020205020404" pitchFamily="49" charset="0"/>
              </a:rPr>
              <a:t> {</a:t>
            </a:r>
            <a:br>
              <a:rPr lang="en-US" dirty="0">
                <a:latin typeface="Courier New" panose="02070309020205020404" pitchFamily="49" charset="0"/>
              </a:rPr>
            </a:br>
            <a:r>
              <a:rPr lang="en-US" dirty="0">
                <a:latin typeface="Courier New" panose="02070309020205020404" pitchFamily="49" charset="0"/>
              </a:rPr>
              <a:t>    @GetMapping(value = "/items", headers = "X-API-Version=1")</a:t>
            </a:r>
            <a:br>
              <a:rPr lang="en-US" dirty="0">
                <a:latin typeface="Courier New" panose="02070309020205020404" pitchFamily="49" charset="0"/>
              </a:rPr>
            </a:br>
            <a:r>
              <a:rPr lang="en-US" dirty="0">
                <a:latin typeface="Courier New" panose="02070309020205020404" pitchFamily="49" charset="0"/>
              </a:rPr>
              <a:t>    public List&lt;ItemDtoV1&gt; getItemsV1() { ... }</a:t>
            </a:r>
            <a:br>
              <a:rPr lang="en-US" dirty="0">
                <a:latin typeface="Courier New" panose="02070309020205020404" pitchFamily="49" charset="0"/>
              </a:rPr>
            </a:br>
            <a:br>
              <a:rPr lang="en-US" dirty="0">
                <a:latin typeface="Courier New" panose="02070309020205020404" pitchFamily="49" charset="0"/>
              </a:rPr>
            </a:br>
            <a:r>
              <a:rPr lang="en-US" dirty="0">
                <a:latin typeface="Courier New" panose="02070309020205020404" pitchFamily="49" charset="0"/>
              </a:rPr>
              <a:t>    @GetMapping(value = "/items", headers = "X-API-Version=2")</a:t>
            </a:r>
            <a:br>
              <a:rPr lang="en-US" dirty="0">
                <a:latin typeface="Courier New" panose="02070309020205020404" pitchFamily="49" charset="0"/>
              </a:rPr>
            </a:br>
            <a:r>
              <a:rPr lang="en-US" dirty="0">
                <a:latin typeface="Courier New" panose="02070309020205020404" pitchFamily="49" charset="0"/>
              </a:rPr>
              <a:t>    public List&lt;ItemDtoV2&gt; getItemsV2() { ... }</a:t>
            </a:r>
            <a:br>
              <a:rPr lang="en-US" dirty="0">
                <a:latin typeface="Courier New" panose="02070309020205020404" pitchFamily="49" charset="0"/>
              </a:rPr>
            </a:br>
            <a:r>
              <a:rPr lang="en-US" dirty="0">
                <a:latin typeface="Courier New" panose="02070309020205020404" pitchFamily="49" charset="0"/>
              </a:rPr>
              <a:t>}</a:t>
            </a:r>
          </a:p>
        </p:txBody>
      </p:sp>
    </p:spTree>
    <p:extLst>
      <p:ext uri="{BB962C8B-B14F-4D97-AF65-F5344CB8AC3E}">
        <p14:creationId xmlns:p14="http://schemas.microsoft.com/office/powerpoint/2010/main" val="3125667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757F-867E-B412-2404-7640332DDC0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D93DF1-F0AA-6B52-8BF4-E100BA684931}"/>
              </a:ext>
            </a:extLst>
          </p:cNvPr>
          <p:cNvSpPr>
            <a:spLocks noGrp="1"/>
          </p:cNvSpPr>
          <p:nvPr>
            <p:ph type="title"/>
          </p:nvPr>
        </p:nvSpPr>
        <p:spPr/>
        <p:txBody>
          <a:bodyPr>
            <a:noAutofit/>
          </a:bodyPr>
          <a:lstStyle/>
          <a:p>
            <a:r>
              <a:rPr lang="ru-RU" sz="3200" dirty="0"/>
              <a:t>Простейшая реализация через </a:t>
            </a:r>
            <a:r>
              <a:rPr lang="en-US" sz="3200" b="1" dirty="0"/>
              <a:t>Content Negotiation</a:t>
            </a:r>
            <a:endParaRPr lang="ru-RU" sz="3200" dirty="0"/>
          </a:p>
        </p:txBody>
      </p:sp>
      <p:sp>
        <p:nvSpPr>
          <p:cNvPr id="4" name="TextBox 3">
            <a:extLst>
              <a:ext uri="{FF2B5EF4-FFF2-40B4-BE49-F238E27FC236}">
                <a16:creationId xmlns:a16="http://schemas.microsoft.com/office/drawing/2014/main" id="{24405C23-0D62-78E0-F4D7-FE453348C999}"/>
              </a:ext>
            </a:extLst>
          </p:cNvPr>
          <p:cNvSpPr txBox="1"/>
          <p:nvPr/>
        </p:nvSpPr>
        <p:spPr>
          <a:xfrm>
            <a:off x="698739" y="1446154"/>
            <a:ext cx="10935541" cy="2585323"/>
          </a:xfrm>
          <a:prstGeom prst="rect">
            <a:avLst/>
          </a:prstGeom>
          <a:noFill/>
        </p:spPr>
        <p:txBody>
          <a:bodyPr wrap="square">
            <a:spAutoFit/>
          </a:bodyPr>
          <a:lstStyle/>
          <a:p>
            <a:pPr>
              <a:buNone/>
            </a:pPr>
            <a:r>
              <a:rPr lang="en-US" dirty="0">
                <a:latin typeface="Courier New" panose="02070309020205020404" pitchFamily="49" charset="0"/>
              </a:rPr>
              <a:t>@RestController</a:t>
            </a:r>
          </a:p>
          <a:p>
            <a:pPr>
              <a:buNone/>
            </a:pPr>
            <a:r>
              <a:rPr lang="en-US" dirty="0">
                <a:latin typeface="Courier New" panose="02070309020205020404" pitchFamily="49" charset="0"/>
              </a:rPr>
              <a:t>@RequestMapping("/api")</a:t>
            </a:r>
          </a:p>
          <a:p>
            <a:pPr>
              <a:buNone/>
            </a:pPr>
            <a:r>
              <a:rPr lang="en-US" dirty="0">
                <a:latin typeface="Courier New" panose="02070309020205020404" pitchFamily="49" charset="0"/>
              </a:rPr>
              <a:t>public class </a:t>
            </a:r>
            <a:r>
              <a:rPr lang="en-US" dirty="0" err="1">
                <a:latin typeface="Courier New" panose="02070309020205020404" pitchFamily="49" charset="0"/>
              </a:rPr>
              <a:t>ItemsController</a:t>
            </a:r>
            <a:r>
              <a:rPr lang="en-US" dirty="0">
                <a:latin typeface="Courier New" panose="02070309020205020404" pitchFamily="49" charset="0"/>
              </a:rPr>
              <a:t> {</a:t>
            </a:r>
          </a:p>
          <a:p>
            <a:pPr>
              <a:buNone/>
            </a:pPr>
            <a:r>
              <a:rPr lang="en-US" dirty="0">
                <a:latin typeface="Courier New" panose="02070309020205020404" pitchFamily="49" charset="0"/>
              </a:rPr>
              <a:t>    @GetMapping(value = "/items", produces = "application/some.myapp.v1+json")</a:t>
            </a:r>
          </a:p>
          <a:p>
            <a:pPr>
              <a:buNone/>
            </a:pPr>
            <a:r>
              <a:rPr lang="en-US" dirty="0">
                <a:latin typeface="Courier New" panose="02070309020205020404" pitchFamily="49" charset="0"/>
              </a:rPr>
              <a:t>    public List&lt;ItemDtoV1&gt; getItemsV1() { ... }</a:t>
            </a:r>
          </a:p>
          <a:p>
            <a:pPr>
              <a:buNone/>
            </a:pPr>
            <a:endParaRPr lang="en-US" dirty="0">
              <a:latin typeface="Courier New" panose="02070309020205020404" pitchFamily="49" charset="0"/>
            </a:endParaRPr>
          </a:p>
          <a:p>
            <a:pPr>
              <a:buNone/>
            </a:pPr>
            <a:r>
              <a:rPr lang="en-US" dirty="0">
                <a:latin typeface="Courier New" panose="02070309020205020404" pitchFamily="49" charset="0"/>
              </a:rPr>
              <a:t>    @GetMapping(value = "/items", produces = "application/some.myapp.v2+json")</a:t>
            </a:r>
          </a:p>
          <a:p>
            <a:pPr>
              <a:buNone/>
            </a:pPr>
            <a:r>
              <a:rPr lang="en-US" dirty="0">
                <a:latin typeface="Courier New" panose="02070309020205020404" pitchFamily="49" charset="0"/>
              </a:rPr>
              <a:t>    public List&lt;ItemDtoV2&gt; getItemsV2() { ... }</a:t>
            </a:r>
          </a:p>
          <a:p>
            <a:pPr>
              <a:buNone/>
            </a:pPr>
            <a:r>
              <a:rPr lang="en-US" dirty="0">
                <a:latin typeface="Courier New" panose="02070309020205020404" pitchFamily="49" charset="0"/>
              </a:rPr>
              <a:t>}</a:t>
            </a:r>
          </a:p>
        </p:txBody>
      </p:sp>
    </p:spTree>
    <p:extLst>
      <p:ext uri="{BB962C8B-B14F-4D97-AF65-F5344CB8AC3E}">
        <p14:creationId xmlns:p14="http://schemas.microsoft.com/office/powerpoint/2010/main" val="2189957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8DA439-5BB2-3274-222A-3E3C832D2177}"/>
              </a:ext>
            </a:extLst>
          </p:cNvPr>
          <p:cNvSpPr>
            <a:spLocks noGrp="1"/>
          </p:cNvSpPr>
          <p:nvPr>
            <p:ph type="title"/>
          </p:nvPr>
        </p:nvSpPr>
        <p:spPr/>
        <p:txBody>
          <a:bodyPr>
            <a:normAutofit fontScale="90000"/>
          </a:bodyPr>
          <a:lstStyle/>
          <a:p>
            <a:r>
              <a:rPr lang="ru-RU" dirty="0" err="1"/>
              <a:t>Версионирование</a:t>
            </a:r>
            <a:r>
              <a:rPr lang="ru-RU" dirty="0"/>
              <a:t> в </a:t>
            </a:r>
            <a:r>
              <a:rPr lang="en-US" dirty="0"/>
              <a:t>Spring</a:t>
            </a:r>
            <a:endParaRPr lang="ru-RU" dirty="0"/>
          </a:p>
        </p:txBody>
      </p:sp>
      <p:sp>
        <p:nvSpPr>
          <p:cNvPr id="3" name="Объект 2">
            <a:extLst>
              <a:ext uri="{FF2B5EF4-FFF2-40B4-BE49-F238E27FC236}">
                <a16:creationId xmlns:a16="http://schemas.microsoft.com/office/drawing/2014/main" id="{FF8051CA-2E37-3364-4171-D093CBD0E47C}"/>
              </a:ext>
            </a:extLst>
          </p:cNvPr>
          <p:cNvSpPr>
            <a:spLocks noGrp="1"/>
          </p:cNvSpPr>
          <p:nvPr>
            <p:ph idx="1"/>
          </p:nvPr>
        </p:nvSpPr>
        <p:spPr/>
        <p:txBody>
          <a:bodyPr/>
          <a:lstStyle/>
          <a:p>
            <a:r>
              <a:rPr lang="en-US" dirty="0"/>
              <a:t>1. </a:t>
            </a:r>
            <a:r>
              <a:rPr lang="ru-RU" dirty="0"/>
              <a:t>С помощью</a:t>
            </a:r>
            <a:r>
              <a:rPr lang="en-US" dirty="0"/>
              <a:t> </a:t>
            </a:r>
            <a:r>
              <a:rPr lang="ru-RU" dirty="0"/>
              <a:t>аннотации </a:t>
            </a:r>
            <a:r>
              <a:rPr lang="en-US" dirty="0"/>
              <a:t>@Qualifier</a:t>
            </a:r>
            <a:r>
              <a:rPr lang="ru-RU" dirty="0"/>
              <a:t>.</a:t>
            </a:r>
          </a:p>
          <a:p>
            <a:r>
              <a:rPr lang="ru-RU" dirty="0"/>
              <a:t>2. Через пользовательские заголовки (начиная с версии 7)</a:t>
            </a:r>
          </a:p>
          <a:p>
            <a:pPr lvl="1"/>
            <a:r>
              <a:rPr lang="ru-RU" dirty="0"/>
              <a:t>В параметрах приложения указываем заголовок и версию по умолчанию</a:t>
            </a:r>
          </a:p>
          <a:p>
            <a:pPr marL="228600" lvl="1" indent="0">
              <a:buNone/>
            </a:pPr>
            <a:r>
              <a:rPr lang="en-US" dirty="0" err="1">
                <a:latin typeface="Consolas" panose="020B0609020204030204" pitchFamily="49" charset="0"/>
              </a:rPr>
              <a:t>spring.mvc.apiversion.default</a:t>
            </a:r>
            <a:r>
              <a:rPr lang="en-US" dirty="0">
                <a:latin typeface="Consolas" panose="020B0609020204030204" pitchFamily="49" charset="0"/>
              </a:rPr>
              <a:t>=1.0.0</a:t>
            </a:r>
          </a:p>
          <a:p>
            <a:pPr marL="228600" lvl="1" indent="0">
              <a:buNone/>
            </a:pPr>
            <a:r>
              <a:rPr lang="en-US" dirty="0" err="1">
                <a:latin typeface="Consolas" panose="020B0609020204030204" pitchFamily="49" charset="0"/>
              </a:rPr>
              <a:t>spring.mvc.apiversion.use.header</a:t>
            </a:r>
            <a:r>
              <a:rPr lang="en-US" dirty="0">
                <a:latin typeface="Consolas" panose="020B0609020204030204" pitchFamily="49" charset="0"/>
              </a:rPr>
              <a:t>=X-Version</a:t>
            </a:r>
            <a:endParaRPr lang="ru-RU" dirty="0">
              <a:latin typeface="Consolas" panose="020B0609020204030204" pitchFamily="49" charset="0"/>
            </a:endParaRPr>
          </a:p>
          <a:p>
            <a:pPr lvl="1"/>
            <a:r>
              <a:rPr lang="ru-RU" dirty="0"/>
              <a:t>В маппинге указываем версию</a:t>
            </a:r>
          </a:p>
          <a:p>
            <a:pPr marL="228600" lvl="1" indent="0">
              <a:buNone/>
            </a:pPr>
            <a:r>
              <a:rPr lang="en-US" dirty="0">
                <a:latin typeface="Consolas" panose="020B0609020204030204" pitchFamily="49" charset="0"/>
              </a:rPr>
              <a:t>@GetMapping(path = "</a:t>
            </a:r>
            <a:r>
              <a:rPr lang="ru-RU" dirty="0">
                <a:latin typeface="Consolas" panose="020B0609020204030204" pitchFamily="49" charset="0"/>
              </a:rPr>
              <a:t>…</a:t>
            </a:r>
            <a:r>
              <a:rPr lang="en-US" dirty="0">
                <a:latin typeface="Consolas" panose="020B0609020204030204" pitchFamily="49" charset="0"/>
              </a:rPr>
              <a:t>"</a:t>
            </a:r>
            <a:r>
              <a:rPr lang="en-US" b="1" dirty="0">
                <a:latin typeface="Consolas" panose="020B0609020204030204" pitchFamily="49" charset="0"/>
              </a:rPr>
              <a:t>, </a:t>
            </a:r>
            <a:r>
              <a:rPr lang="en-US" dirty="0">
                <a:latin typeface="Consolas" panose="020B0609020204030204" pitchFamily="49" charset="0"/>
              </a:rPr>
              <a:t>version = "</a:t>
            </a:r>
            <a:r>
              <a:rPr lang="ru-RU" dirty="0">
                <a:latin typeface="Consolas" panose="020B0609020204030204" pitchFamily="49" charset="0"/>
              </a:rPr>
              <a:t>…</a:t>
            </a:r>
            <a:r>
              <a:rPr lang="en-US" dirty="0">
                <a:latin typeface="Consolas" panose="020B0609020204030204" pitchFamily="49" charset="0"/>
              </a:rPr>
              <a:t>")</a:t>
            </a:r>
          </a:p>
          <a:p>
            <a:endParaRPr lang="ru-RU" dirty="0"/>
          </a:p>
        </p:txBody>
      </p:sp>
    </p:spTree>
    <p:extLst>
      <p:ext uri="{BB962C8B-B14F-4D97-AF65-F5344CB8AC3E}">
        <p14:creationId xmlns:p14="http://schemas.microsoft.com/office/powerpoint/2010/main" val="524435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38B384-A2F6-ED9F-99A0-05B1AC5A9EF4}"/>
              </a:ext>
            </a:extLst>
          </p:cNvPr>
          <p:cNvSpPr>
            <a:spLocks noGrp="1"/>
          </p:cNvSpPr>
          <p:nvPr>
            <p:ph type="title"/>
          </p:nvPr>
        </p:nvSpPr>
        <p:spPr/>
        <p:txBody>
          <a:bodyPr>
            <a:normAutofit fontScale="90000"/>
          </a:bodyPr>
          <a:lstStyle/>
          <a:p>
            <a:r>
              <a:rPr lang="ru-RU" sz="3600" dirty="0"/>
              <a:t>Развертывание</a:t>
            </a:r>
            <a:r>
              <a:rPr lang="ru-RU" dirty="0"/>
              <a:t> (</a:t>
            </a:r>
            <a:r>
              <a:rPr lang="en-US" dirty="0"/>
              <a:t>Deployment) </a:t>
            </a:r>
            <a:r>
              <a:rPr lang="ru-RU" dirty="0"/>
              <a:t>нескольких версий</a:t>
            </a:r>
          </a:p>
        </p:txBody>
      </p:sp>
      <p:sp>
        <p:nvSpPr>
          <p:cNvPr id="3" name="Объект 2">
            <a:extLst>
              <a:ext uri="{FF2B5EF4-FFF2-40B4-BE49-F238E27FC236}">
                <a16:creationId xmlns:a16="http://schemas.microsoft.com/office/drawing/2014/main" id="{95D8C31C-71C7-3D3D-79B6-9CBBA8A77EFD}"/>
              </a:ext>
            </a:extLst>
          </p:cNvPr>
          <p:cNvSpPr>
            <a:spLocks noGrp="1"/>
          </p:cNvSpPr>
          <p:nvPr>
            <p:ph idx="1"/>
          </p:nvPr>
        </p:nvSpPr>
        <p:spPr/>
        <p:txBody>
          <a:bodyPr>
            <a:normAutofit/>
          </a:bodyPr>
          <a:lstStyle/>
          <a:p>
            <a:r>
              <a:rPr lang="ru-RU" b="1" dirty="0"/>
              <a:t>Единое приложение</a:t>
            </a:r>
            <a:r>
              <a:rPr lang="ru-RU" dirty="0"/>
              <a:t>, поддерживающее все версии. Тогда </a:t>
            </a:r>
            <a:r>
              <a:rPr lang="ru-RU" dirty="0" err="1"/>
              <a:t>деплоится</a:t>
            </a:r>
            <a:r>
              <a:rPr lang="ru-RU" dirty="0"/>
              <a:t> всегда одна версия приложения (например, вы </a:t>
            </a:r>
            <a:r>
              <a:rPr lang="ru-RU" dirty="0" err="1"/>
              <a:t>задеплоили</a:t>
            </a:r>
            <a:r>
              <a:rPr lang="ru-RU" dirty="0"/>
              <a:t> новую версию кода, которая умеет и v1, и v2). Тут важно убедиться, что при деплое не нарушена работа старых API (тесты).</a:t>
            </a:r>
          </a:p>
          <a:p>
            <a:r>
              <a:rPr lang="ru-RU" b="1" dirty="0"/>
              <a:t>Раздельные приложения</a:t>
            </a:r>
            <a:r>
              <a:rPr lang="ru-RU" dirty="0"/>
              <a:t>. Например, v1 – отдельный сервис (старый код), v2 – новый сервис. Старый сервис продолжает работать. Через некоторое время, когда v1 больше не нужен, вы просто удаляете деплой v1. Этот вариант потребляет больше ресурсов (нужно держать два набора инфраструктуры), но обеспечивает лучшую изоляцию. Многие крупные компании идут именно по пути запуска параллельных версий сервисов. </a:t>
            </a:r>
          </a:p>
          <a:p>
            <a:r>
              <a:rPr lang="ru-RU" dirty="0"/>
              <a:t>Одна из практик – </a:t>
            </a:r>
            <a:r>
              <a:rPr lang="en-US" dirty="0"/>
              <a:t>git-</a:t>
            </a:r>
            <a:r>
              <a:rPr lang="ru-RU" b="1" dirty="0"/>
              <a:t>ветка на каждую мажорную версию</a:t>
            </a:r>
            <a:r>
              <a:rPr lang="ru-RU" dirty="0"/>
              <a:t>.</a:t>
            </a:r>
            <a:r>
              <a:rPr lang="en-US" dirty="0"/>
              <a:t> </a:t>
            </a:r>
            <a:r>
              <a:rPr lang="ru-RU" dirty="0"/>
              <a:t>Например, ветка </a:t>
            </a:r>
            <a:r>
              <a:rPr lang="en-US" dirty="0"/>
              <a:t>v1-maintenance</a:t>
            </a:r>
            <a:endParaRPr lang="ru-RU" dirty="0"/>
          </a:p>
        </p:txBody>
      </p:sp>
    </p:spTree>
    <p:extLst>
      <p:ext uri="{BB962C8B-B14F-4D97-AF65-F5344CB8AC3E}">
        <p14:creationId xmlns:p14="http://schemas.microsoft.com/office/powerpoint/2010/main" val="187643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E92395-64C3-CC93-BC0A-CA0B5EF0D8BC}"/>
              </a:ext>
            </a:extLst>
          </p:cNvPr>
          <p:cNvSpPr>
            <a:spLocks noGrp="1"/>
          </p:cNvSpPr>
          <p:nvPr>
            <p:ph type="title"/>
          </p:nvPr>
        </p:nvSpPr>
        <p:spPr/>
        <p:txBody>
          <a:bodyPr>
            <a:normAutofit fontScale="90000"/>
          </a:bodyPr>
          <a:lstStyle/>
          <a:p>
            <a:r>
              <a:rPr lang="ru-RU" b="1" dirty="0"/>
              <a:t>Лучшие практики </a:t>
            </a:r>
            <a:r>
              <a:rPr lang="ru-RU" b="1" dirty="0" err="1"/>
              <a:t>версионирования</a:t>
            </a:r>
            <a:r>
              <a:rPr lang="ru-RU" b="1" dirty="0"/>
              <a:t> </a:t>
            </a:r>
            <a:r>
              <a:rPr lang="en-US" b="1" dirty="0"/>
              <a:t>API</a:t>
            </a:r>
            <a:endParaRPr lang="ru-RU" dirty="0"/>
          </a:p>
        </p:txBody>
      </p:sp>
      <p:sp>
        <p:nvSpPr>
          <p:cNvPr id="3" name="Объект 2">
            <a:extLst>
              <a:ext uri="{FF2B5EF4-FFF2-40B4-BE49-F238E27FC236}">
                <a16:creationId xmlns:a16="http://schemas.microsoft.com/office/drawing/2014/main" id="{36AD68D8-56B2-F7F5-CF6E-7A552F58249D}"/>
              </a:ext>
            </a:extLst>
          </p:cNvPr>
          <p:cNvSpPr>
            <a:spLocks noGrp="1"/>
          </p:cNvSpPr>
          <p:nvPr>
            <p:ph idx="1"/>
          </p:nvPr>
        </p:nvSpPr>
        <p:spPr/>
        <p:txBody>
          <a:bodyPr>
            <a:normAutofit fontScale="77500" lnSpcReduction="20000"/>
          </a:bodyPr>
          <a:lstStyle/>
          <a:p>
            <a:r>
              <a:rPr lang="ru-RU" dirty="0"/>
              <a:t>Избегать частых мажорных версий. Ограничить число поддерживаемых версий. Обычно две: текущая и предыдущая (n и n-1), реже три. </a:t>
            </a:r>
          </a:p>
          <a:p>
            <a:r>
              <a:rPr lang="ru-RU" dirty="0"/>
              <a:t>Официально объявлять устаревание (</a:t>
            </a:r>
            <a:r>
              <a:rPr lang="ru-RU" dirty="0" err="1"/>
              <a:t>deprecation</a:t>
            </a:r>
            <a:r>
              <a:rPr lang="ru-RU" dirty="0"/>
              <a:t>). </a:t>
            </a:r>
          </a:p>
          <a:p>
            <a:pPr lvl="1"/>
            <a:r>
              <a:rPr lang="ru-RU" dirty="0"/>
              <a:t>Разместить предупреждение в документации (пометить версию как </a:t>
            </a:r>
            <a:r>
              <a:rPr lang="ru-RU" dirty="0" err="1"/>
              <a:t>deprecated</a:t>
            </a:r>
            <a:r>
              <a:rPr lang="ru-RU" dirty="0"/>
              <a:t>, указать дату отключения).</a:t>
            </a:r>
          </a:p>
          <a:p>
            <a:pPr lvl="1"/>
            <a:r>
              <a:rPr lang="ru-RU" dirty="0"/>
              <a:t>Отправить рассылку пользователям</a:t>
            </a:r>
          </a:p>
          <a:p>
            <a:pPr lvl="1"/>
            <a:r>
              <a:rPr lang="ru-RU" dirty="0"/>
              <a:t>Использовать технические средства: посылать в ответе заголовок </a:t>
            </a:r>
            <a:r>
              <a:rPr lang="ru-RU" dirty="0" err="1"/>
              <a:t>Warning</a:t>
            </a:r>
            <a:r>
              <a:rPr lang="ru-RU" dirty="0"/>
              <a:t>: 299 – “</a:t>
            </a:r>
            <a:r>
              <a:rPr lang="ru-RU" dirty="0" err="1"/>
              <a:t>Deprecated</a:t>
            </a:r>
            <a:r>
              <a:rPr lang="ru-RU" dirty="0"/>
              <a:t> API, </a:t>
            </a:r>
            <a:r>
              <a:rPr lang="ru-RU" dirty="0" err="1"/>
              <a:t>use</a:t>
            </a:r>
            <a:r>
              <a:rPr lang="ru-RU" dirty="0"/>
              <a:t> v2…” или новые стандартизованные заголовки </a:t>
            </a:r>
            <a:r>
              <a:rPr lang="ru-RU" dirty="0" err="1"/>
              <a:t>Deprecation</a:t>
            </a:r>
            <a:r>
              <a:rPr lang="ru-RU" dirty="0"/>
              <a:t> и </a:t>
            </a:r>
            <a:r>
              <a:rPr lang="ru-RU" dirty="0" err="1"/>
              <a:t>Sunset</a:t>
            </a:r>
            <a:r>
              <a:rPr lang="ru-RU" dirty="0"/>
              <a:t>. </a:t>
            </a:r>
            <a:r>
              <a:rPr lang="ru-RU" dirty="0" err="1"/>
              <a:t>Sunset</a:t>
            </a:r>
            <a:r>
              <a:rPr lang="ru-RU" dirty="0"/>
              <a:t>-заголовок может указывать дату, когда API будет отключен.</a:t>
            </a:r>
          </a:p>
          <a:p>
            <a:r>
              <a:rPr lang="ru-RU" dirty="0"/>
              <a:t>Четкая коммуникация с потребителями. Помимо документации </a:t>
            </a:r>
            <a:r>
              <a:rPr lang="ru-RU" dirty="0" err="1"/>
              <a:t>Swagger</a:t>
            </a:r>
            <a:r>
              <a:rPr lang="ru-RU" dirty="0"/>
              <a:t>, стоит готовить заметки по релизу (</a:t>
            </a:r>
            <a:r>
              <a:rPr lang="ru-RU" dirty="0" err="1"/>
              <a:t>release</a:t>
            </a:r>
            <a:r>
              <a:rPr lang="ru-RU" dirty="0"/>
              <a:t> </a:t>
            </a:r>
            <a:r>
              <a:rPr lang="ru-RU" dirty="0" err="1"/>
              <a:t>notes</a:t>
            </a:r>
            <a:r>
              <a:rPr lang="ru-RU" dirty="0"/>
              <a:t>): что изменилось, что нового. Полезно предоставить тестовый стенд с новой версией.</a:t>
            </a:r>
          </a:p>
          <a:p>
            <a:r>
              <a:rPr lang="ru-RU" dirty="0"/>
              <a:t>Мониторинг использования версий – если никто уже не пользуется, можно отключать. </a:t>
            </a:r>
          </a:p>
          <a:p>
            <a:r>
              <a:rPr lang="ru-RU" dirty="0"/>
              <a:t>Единообразие </a:t>
            </a:r>
            <a:r>
              <a:rPr lang="ru-RU" dirty="0" err="1"/>
              <a:t>версионирования</a:t>
            </a:r>
            <a:r>
              <a:rPr lang="ru-RU" dirty="0"/>
              <a:t> – придерживаться единой стратегии нумерации и способа доступа.</a:t>
            </a:r>
          </a:p>
          <a:p>
            <a:r>
              <a:rPr lang="ru-RU" dirty="0"/>
              <a:t>Проверить совместимость авторизации для новых версий.</a:t>
            </a:r>
          </a:p>
          <a:p>
            <a:r>
              <a:rPr lang="ru-RU" dirty="0"/>
              <a:t>Пока версия поддерживается, ее документация должна быть доступна. После полного выключения версии имеет смысл убрать спецификацию или пометить как архив.</a:t>
            </a:r>
          </a:p>
        </p:txBody>
      </p:sp>
    </p:spTree>
    <p:extLst>
      <p:ext uri="{BB962C8B-B14F-4D97-AF65-F5344CB8AC3E}">
        <p14:creationId xmlns:p14="http://schemas.microsoft.com/office/powerpoint/2010/main" val="39684873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Окаймление">
  <a:themeElements>
    <a:clrScheme name="Другая 1">
      <a:dk1>
        <a:srgbClr val="141414"/>
      </a:dk1>
      <a:lt1>
        <a:srgbClr val="FFFFFF"/>
      </a:lt1>
      <a:dk2>
        <a:srgbClr val="002060"/>
      </a:dk2>
      <a:lt2>
        <a:srgbClr val="00B7FF"/>
      </a:lt2>
      <a:accent1>
        <a:srgbClr val="CF8CDC"/>
      </a:accent1>
      <a:accent2>
        <a:srgbClr val="35B16D"/>
      </a:accent2>
      <a:accent3>
        <a:srgbClr val="BEDE58"/>
      </a:accent3>
      <a:accent4>
        <a:srgbClr val="769AEA"/>
      </a:accent4>
      <a:accent5>
        <a:srgbClr val="EEA358"/>
      </a:accent5>
      <a:accent6>
        <a:srgbClr val="598F95"/>
      </a:accent6>
      <a:hlink>
        <a:srgbClr val="0070C0"/>
      </a:hlink>
      <a:folHlink>
        <a:srgbClr val="7030A0"/>
      </a:folHlink>
    </a:clrScheme>
    <a:fontScheme name="Teamscore">
      <a:majorFont>
        <a:latin typeface="Rawline SemiBold"/>
        <a:ea typeface=""/>
        <a:cs typeface=""/>
      </a:majorFont>
      <a:minorFont>
        <a:latin typeface="Rawline"/>
        <a:ea typeface=""/>
        <a:cs typeface=""/>
      </a:minorFont>
    </a:fontScheme>
    <a:fmtScheme name="Окаймление">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lnDef>
      <a:spPr>
        <a:ln w="19050">
          <a:tailEnd type="triangle"/>
        </a:ln>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Banded" id="{98DFF888-2449-4D28-977C-6306C017633E}" vid="{B7CF026C-957E-4F4E-893C-D02C23AB631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0B0F712BFA97D34087CB680683BA5EA0" ma:contentTypeVersion="7" ma:contentTypeDescription="Создание документа." ma:contentTypeScope="" ma:versionID="b672df4cf717814188d7b5d533b8fdb7">
  <xsd:schema xmlns:xsd="http://www.w3.org/2001/XMLSchema" xmlns:xs="http://www.w3.org/2001/XMLSchema" xmlns:p="http://schemas.microsoft.com/office/2006/metadata/properties" xmlns:ns2="9f70573d-11ac-4912-b01a-109087d151f5" targetNamespace="http://schemas.microsoft.com/office/2006/metadata/properties" ma:root="true" ma:fieldsID="0f53d06d25aa28179db5084bd02b4c1a" ns2:_="">
    <xsd:import namespace="9f70573d-11ac-4912-b01a-109087d151f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0573d-11ac-4912-b01a-109087d151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2914701-0229-4275-B44A-A50EA9D88224}">
  <ds:schemaRefs>
    <ds:schemaRef ds:uri="http://schemas.microsoft.com/sharepoint/v3/contenttype/forms"/>
  </ds:schemaRefs>
</ds:datastoreItem>
</file>

<file path=customXml/itemProps2.xml><?xml version="1.0" encoding="utf-8"?>
<ds:datastoreItem xmlns:ds="http://schemas.openxmlformats.org/officeDocument/2006/customXml" ds:itemID="{65420F0F-0EE8-4507-9E46-C69888F8A2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70573d-11ac-4912-b01a-109087d151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E8EAEB7-6DC6-4A85-97BE-0E93CAD87645}">
  <ds:schemaRefs>
    <ds:schemaRef ds:uri="http://www.w3.org/XML/1998/namespace"/>
    <ds:schemaRef ds:uri="http://schemas.openxmlformats.org/package/2006/metadata/core-properties"/>
    <ds:schemaRef ds:uri="http://purl.org/dc/dcmitype/"/>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9f70573d-11ac-4912-b01a-109087d151f5"/>
  </ds:schemaRefs>
</ds:datastoreItem>
</file>

<file path=docProps/app.xml><?xml version="1.0" encoding="utf-8"?>
<Properties xmlns="http://schemas.openxmlformats.org/officeDocument/2006/extended-properties" xmlns:vt="http://schemas.openxmlformats.org/officeDocument/2006/docPropsVTypes">
  <Template>Окаймление</Template>
  <TotalTime>4370</TotalTime>
  <Words>1284</Words>
  <Application>Microsoft Office PowerPoint</Application>
  <PresentationFormat>Широкоэкранный</PresentationFormat>
  <Paragraphs>105</Paragraphs>
  <Slides>14</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14</vt:i4>
      </vt:variant>
    </vt:vector>
  </HeadingPairs>
  <TitlesOfParts>
    <vt:vector size="21" baseType="lpstr">
      <vt:lpstr>Arial</vt:lpstr>
      <vt:lpstr>Consolas</vt:lpstr>
      <vt:lpstr>Courier New</vt:lpstr>
      <vt:lpstr>Rawline</vt:lpstr>
      <vt:lpstr>Rawline SemiBold</vt:lpstr>
      <vt:lpstr>Wingdings</vt:lpstr>
      <vt:lpstr>Окаймление</vt:lpstr>
      <vt:lpstr>Java07 – Spring. ThymeLeaf. Версионирование</vt:lpstr>
      <vt:lpstr>MVC в Spring</vt:lpstr>
      <vt:lpstr>Виды контроллеров</vt:lpstr>
      <vt:lpstr>ThymeLeaf</vt:lpstr>
      <vt:lpstr>Spring Boot ThymeLeaf</vt:lpstr>
      <vt:lpstr>Версионирование API</vt:lpstr>
      <vt:lpstr>Способы версионирования REST API</vt:lpstr>
      <vt:lpstr>Простейшая реализация по URL</vt:lpstr>
      <vt:lpstr>Простейшая реализация через параметры</vt:lpstr>
      <vt:lpstr>Простейшая реализация через заголовки</vt:lpstr>
      <vt:lpstr>Простейшая реализация через Content Negotiation</vt:lpstr>
      <vt:lpstr>Версионирование в Spring</vt:lpstr>
      <vt:lpstr>Развертывание (Deployment) нескольких версий</vt:lpstr>
      <vt:lpstr>Лучшие практики версионирования API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Курс Java</dc:title>
  <dc:creator>Анастасия Коробецкая</dc:creator>
  <cp:lastModifiedBy>Анастасия Коробецкая</cp:lastModifiedBy>
  <cp:revision>205</cp:revision>
  <dcterms:created xsi:type="dcterms:W3CDTF">2022-11-07T10:23:53Z</dcterms:created>
  <dcterms:modified xsi:type="dcterms:W3CDTF">2026-03-11T12:56:12Z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0x0101000B0F712BFA97D34087CB680683BA5EA0</vt:lpwstr>
  </property>
</Properties>
</file>