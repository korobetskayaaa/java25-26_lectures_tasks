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6" r:id="rId4"/>
  </p:sldMasterIdLst>
  <p:sldIdLst>
    <p:sldId id="256" r:id="rId5"/>
    <p:sldId id="266" r:id="rId6"/>
    <p:sldId id="267" r:id="rId7"/>
    <p:sldId id="272" r:id="rId8"/>
    <p:sldId id="268" r:id="rId9"/>
    <p:sldId id="273" r:id="rId10"/>
    <p:sldId id="269" r:id="rId11"/>
    <p:sldId id="274" r:id="rId12"/>
    <p:sldId id="277" r:id="rId13"/>
    <p:sldId id="275" r:id="rId14"/>
    <p:sldId id="278" r:id="rId15"/>
    <p:sldId id="279" r:id="rId16"/>
    <p:sldId id="280" r:id="rId17"/>
    <p:sldId id="276" r:id="rId18"/>
    <p:sldId id="271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CC"/>
    <a:srgbClr val="FF9933"/>
    <a:srgbClr val="41B3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726E9E-C9C9-4216-98D0-52E8E7C2E0E4}" v="54" dt="2022-11-07T11:11:56.381"/>
    <p1510:client id="{D305E02F-D4CB-40EF-8E11-6F1F8A188380}" v="2" dt="2022-11-07T11:58:18.3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2DE63D5-997A-4646-A377-4702673A728D}" styleName="Светлый стиль 2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EB344D84-9AFB-497E-A393-DC336BA19D2E}" styleName="Средний стиль 3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0A1B5D5-9B99-4C35-A422-299274C87663}" styleName="Средний стиль 1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2833802-FEF1-4C79-8D5D-14CF1EAF98D9}" styleName="Светлый стиль 2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A111915-BE36-4E01-A7E5-04B1672EAD32}" styleName="Светлый стиль 2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12C8C85-51F0-491E-9774-3900AFEF0FD7}" styleName="Светлый стиль 2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D083AE6-46FA-4A59-8FB0-9F97EB10719F}" styleName="Светлый стиль 3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DA37D80-6434-44D0-A028-1B22A696006F}" styleName="Светлый стиль 3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A107856-5554-42FB-B03E-39F5DBC370BA}" styleName="Средний стиль 4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122" autoAdjust="0"/>
  </p:normalViewPr>
  <p:slideViewPr>
    <p:cSldViewPr snapToGrid="0">
      <p:cViewPr varScale="1">
        <p:scale>
          <a:sx n="79" d="100"/>
          <a:sy n="79" d="100"/>
        </p:scale>
        <p:origin x="82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Анастасия Коробецкая" userId="9fe37188-348c-49f0-8008-a466955ee907" providerId="ADAL" clId="{B2726E9E-C9C9-4216-98D0-52E8E7C2E0E4}"/>
    <pc:docChg chg="undo custSel addSld modSld sldOrd modMainMaster">
      <pc:chgData name="Анастасия Коробецкая" userId="9fe37188-348c-49f0-8008-a466955ee907" providerId="ADAL" clId="{B2726E9E-C9C9-4216-98D0-52E8E7C2E0E4}" dt="2022-11-07T11:22:31.036" v="1324" actId="1076"/>
      <pc:docMkLst>
        <pc:docMk/>
      </pc:docMkLst>
      <pc:sldChg chg="modSp new mod">
        <pc:chgData name="Анастасия Коробецкая" userId="9fe37188-348c-49f0-8008-a466955ee907" providerId="ADAL" clId="{B2726E9E-C9C9-4216-98D0-52E8E7C2E0E4}" dt="2022-11-07T10:32:19.610" v="28"/>
        <pc:sldMkLst>
          <pc:docMk/>
          <pc:sldMk cId="193178965" sldId="256"/>
        </pc:sldMkLst>
        <pc:spChg chg="mod">
          <ac:chgData name="Анастасия Коробецкая" userId="9fe37188-348c-49f0-8008-a466955ee907" providerId="ADAL" clId="{B2726E9E-C9C9-4216-98D0-52E8E7C2E0E4}" dt="2022-11-07T10:32:19.610" v="28"/>
          <ac:spMkLst>
            <pc:docMk/>
            <pc:sldMk cId="193178965" sldId="256"/>
            <ac:spMk id="2" creationId="{0BA106B5-F56B-E118-4C2E-85FA4FDACD3A}"/>
          </ac:spMkLst>
        </pc:spChg>
        <pc:spChg chg="mod">
          <ac:chgData name="Анастасия Коробецкая" userId="9fe37188-348c-49f0-8008-a466955ee907" providerId="ADAL" clId="{B2726E9E-C9C9-4216-98D0-52E8E7C2E0E4}" dt="2022-11-07T10:32:19.610" v="28"/>
          <ac:spMkLst>
            <pc:docMk/>
            <pc:sldMk cId="193178965" sldId="256"/>
            <ac:spMk id="3" creationId="{2971B750-910B-6CB3-B4F5-4179D6B00F05}"/>
          </ac:spMkLst>
        </pc:spChg>
      </pc:sldChg>
      <pc:sldChg chg="addSp modSp new mod">
        <pc:chgData name="Анастасия Коробецкая" userId="9fe37188-348c-49f0-8008-a466955ee907" providerId="ADAL" clId="{B2726E9E-C9C9-4216-98D0-52E8E7C2E0E4}" dt="2022-11-07T10:39:52.715" v="177" actId="13240"/>
        <pc:sldMkLst>
          <pc:docMk/>
          <pc:sldMk cId="3209408932" sldId="257"/>
        </pc:sldMkLst>
        <pc:spChg chg="mod">
          <ac:chgData name="Анастасия Коробецкая" userId="9fe37188-348c-49f0-8008-a466955ee907" providerId="ADAL" clId="{B2726E9E-C9C9-4216-98D0-52E8E7C2E0E4}" dt="2022-11-07T10:36:07.506" v="61" actId="20577"/>
          <ac:spMkLst>
            <pc:docMk/>
            <pc:sldMk cId="3209408932" sldId="257"/>
            <ac:spMk id="2" creationId="{3ED89B6E-5D4A-F8EB-A984-58654302BC66}"/>
          </ac:spMkLst>
        </pc:spChg>
        <pc:graphicFrameChg chg="add mod modGraphic">
          <ac:chgData name="Анастасия Коробецкая" userId="9fe37188-348c-49f0-8008-a466955ee907" providerId="ADAL" clId="{B2726E9E-C9C9-4216-98D0-52E8E7C2E0E4}" dt="2022-11-07T10:39:52.715" v="177" actId="13240"/>
          <ac:graphicFrameMkLst>
            <pc:docMk/>
            <pc:sldMk cId="3209408932" sldId="257"/>
            <ac:graphicFrameMk id="3" creationId="{E49C3C8C-4A88-910A-8930-6F7449E44D89}"/>
          </ac:graphicFrameMkLst>
        </pc:graphicFrameChg>
      </pc:sldChg>
      <pc:sldChg chg="modSp new mod">
        <pc:chgData name="Анастасия Коробецкая" userId="9fe37188-348c-49f0-8008-a466955ee907" providerId="ADAL" clId="{B2726E9E-C9C9-4216-98D0-52E8E7C2E0E4}" dt="2022-11-07T10:58:40.635" v="525" actId="20577"/>
        <pc:sldMkLst>
          <pc:docMk/>
          <pc:sldMk cId="4205047303" sldId="258"/>
        </pc:sldMkLst>
        <pc:spChg chg="mod">
          <ac:chgData name="Анастасия Коробецкая" userId="9fe37188-348c-49f0-8008-a466955ee907" providerId="ADAL" clId="{B2726E9E-C9C9-4216-98D0-52E8E7C2E0E4}" dt="2022-11-07T10:40:11.421" v="191" actId="20577"/>
          <ac:spMkLst>
            <pc:docMk/>
            <pc:sldMk cId="4205047303" sldId="258"/>
            <ac:spMk id="2" creationId="{7FF6C551-F61A-9612-620D-939C8BDD073B}"/>
          </ac:spMkLst>
        </pc:spChg>
        <pc:spChg chg="mod">
          <ac:chgData name="Анастасия Коробецкая" userId="9fe37188-348c-49f0-8008-a466955ee907" providerId="ADAL" clId="{B2726E9E-C9C9-4216-98D0-52E8E7C2E0E4}" dt="2022-11-07T10:58:40.635" v="525" actId="20577"/>
          <ac:spMkLst>
            <pc:docMk/>
            <pc:sldMk cId="4205047303" sldId="258"/>
            <ac:spMk id="3" creationId="{46C3A537-A53C-DA04-6D6C-E605E2CC9BE6}"/>
          </ac:spMkLst>
        </pc:spChg>
      </pc:sldChg>
      <pc:sldChg chg="modSp new mod ord">
        <pc:chgData name="Анастасия Коробецкая" userId="9fe37188-348c-49f0-8008-a466955ee907" providerId="ADAL" clId="{B2726E9E-C9C9-4216-98D0-52E8E7C2E0E4}" dt="2022-11-07T11:04:31.772" v="670"/>
        <pc:sldMkLst>
          <pc:docMk/>
          <pc:sldMk cId="178578277" sldId="259"/>
        </pc:sldMkLst>
        <pc:spChg chg="mod">
          <ac:chgData name="Анастасия Коробецкая" userId="9fe37188-348c-49f0-8008-a466955ee907" providerId="ADAL" clId="{B2726E9E-C9C9-4216-98D0-52E8E7C2E0E4}" dt="2022-11-07T10:42:48.996" v="441" actId="20577"/>
          <ac:spMkLst>
            <pc:docMk/>
            <pc:sldMk cId="178578277" sldId="259"/>
            <ac:spMk id="2" creationId="{7052A7CF-7896-AD79-48C0-128AEE84B3D3}"/>
          </ac:spMkLst>
        </pc:spChg>
        <pc:spChg chg="mod">
          <ac:chgData name="Анастасия Коробецкая" userId="9fe37188-348c-49f0-8008-a466955ee907" providerId="ADAL" clId="{B2726E9E-C9C9-4216-98D0-52E8E7C2E0E4}" dt="2022-11-07T11:00:32.228" v="547"/>
          <ac:spMkLst>
            <pc:docMk/>
            <pc:sldMk cId="178578277" sldId="259"/>
            <ac:spMk id="3" creationId="{7D81D21E-F427-8C17-76B7-8CB2241926A3}"/>
          </ac:spMkLst>
        </pc:spChg>
      </pc:sldChg>
      <pc:sldChg chg="addSp delSp modSp new mod ord">
        <pc:chgData name="Анастасия Коробецкая" userId="9fe37188-348c-49f0-8008-a466955ee907" providerId="ADAL" clId="{B2726E9E-C9C9-4216-98D0-52E8E7C2E0E4}" dt="2022-11-07T11:22:31.036" v="1324" actId="1076"/>
        <pc:sldMkLst>
          <pc:docMk/>
          <pc:sldMk cId="2993561717" sldId="260"/>
        </pc:sldMkLst>
        <pc:spChg chg="mod">
          <ac:chgData name="Анастасия Коробецкая" userId="9fe37188-348c-49f0-8008-a466955ee907" providerId="ADAL" clId="{B2726E9E-C9C9-4216-98D0-52E8E7C2E0E4}" dt="2022-11-07T11:04:35.324" v="678" actId="20577"/>
          <ac:spMkLst>
            <pc:docMk/>
            <pc:sldMk cId="2993561717" sldId="260"/>
            <ac:spMk id="2" creationId="{858339BC-34CA-72E0-BF21-A0FE847337E9}"/>
          </ac:spMkLst>
        </pc:spChg>
        <pc:spChg chg="del mod">
          <ac:chgData name="Анастасия Коробецкая" userId="9fe37188-348c-49f0-8008-a466955ee907" providerId="ADAL" clId="{B2726E9E-C9C9-4216-98D0-52E8E7C2E0E4}" dt="2022-11-07T11:07:03.504" v="742" actId="3680"/>
          <ac:spMkLst>
            <pc:docMk/>
            <pc:sldMk cId="2993561717" sldId="260"/>
            <ac:spMk id="3" creationId="{55F5D6DA-6FB1-032A-67B7-DCF23C3270B5}"/>
          </ac:spMkLst>
        </pc:spChg>
        <pc:spChg chg="add mod">
          <ac:chgData name="Анастасия Коробецкая" userId="9fe37188-348c-49f0-8008-a466955ee907" providerId="ADAL" clId="{B2726E9E-C9C9-4216-98D0-52E8E7C2E0E4}" dt="2022-11-07T11:16:51.660" v="1323" actId="1076"/>
          <ac:spMkLst>
            <pc:docMk/>
            <pc:sldMk cId="2993561717" sldId="260"/>
            <ac:spMk id="5" creationId="{BB3613A7-A70C-ECB0-C617-8A06E15464B4}"/>
          </ac:spMkLst>
        </pc:spChg>
        <pc:graphicFrameChg chg="add mod ord modGraphic">
          <ac:chgData name="Анастасия Коробецкая" userId="9fe37188-348c-49f0-8008-a466955ee907" providerId="ADAL" clId="{B2726E9E-C9C9-4216-98D0-52E8E7C2E0E4}" dt="2022-11-07T11:22:31.036" v="1324" actId="1076"/>
          <ac:graphicFrameMkLst>
            <pc:docMk/>
            <pc:sldMk cId="2993561717" sldId="260"/>
            <ac:graphicFrameMk id="4" creationId="{78C68678-741D-9B7C-4BFC-2369E33C4185}"/>
          </ac:graphicFrameMkLst>
        </pc:graphicFrameChg>
      </pc:sldChg>
      <pc:sldChg chg="modSp add mod ord">
        <pc:chgData name="Анастасия Коробецкая" userId="9fe37188-348c-49f0-8008-a466955ee907" providerId="ADAL" clId="{B2726E9E-C9C9-4216-98D0-52E8E7C2E0E4}" dt="2022-11-07T11:03:54.787" v="666" actId="20577"/>
        <pc:sldMkLst>
          <pc:docMk/>
          <pc:sldMk cId="3837016682" sldId="407"/>
        </pc:sldMkLst>
        <pc:spChg chg="mod">
          <ac:chgData name="Анастасия Коробецкая" userId="9fe37188-348c-49f0-8008-a466955ee907" providerId="ADAL" clId="{B2726E9E-C9C9-4216-98D0-52E8E7C2E0E4}" dt="2022-11-07T11:01:02.611" v="554" actId="6549"/>
          <ac:spMkLst>
            <pc:docMk/>
            <pc:sldMk cId="3837016682" sldId="407"/>
            <ac:spMk id="2" creationId="{C70F69D1-278D-4D18-862B-C0371269EE70}"/>
          </ac:spMkLst>
        </pc:spChg>
        <pc:spChg chg="mod">
          <ac:chgData name="Анастасия Коробецкая" userId="9fe37188-348c-49f0-8008-a466955ee907" providerId="ADAL" clId="{B2726E9E-C9C9-4216-98D0-52E8E7C2E0E4}" dt="2022-11-07T11:03:54.787" v="666" actId="20577"/>
          <ac:spMkLst>
            <pc:docMk/>
            <pc:sldMk cId="3837016682" sldId="407"/>
            <ac:spMk id="3" creationId="{2D13F0D0-1795-44DF-A120-ABCD5E931AB3}"/>
          </ac:spMkLst>
        </pc:spChg>
      </pc:sldChg>
      <pc:sldMasterChg chg="modSp mod setBg modSldLayout">
        <pc:chgData name="Анастасия Коробецкая" userId="9fe37188-348c-49f0-8008-a466955ee907" providerId="ADAL" clId="{B2726E9E-C9C9-4216-98D0-52E8E7C2E0E4}" dt="2022-11-07T10:35:25.591" v="51" actId="207"/>
        <pc:sldMasterMkLst>
          <pc:docMk/>
          <pc:sldMasterMk cId="4166940761" sldId="2147483896"/>
        </pc:sldMasterMkLst>
        <pc:spChg chg="mod">
          <ac:chgData name="Анастасия Коробецкая" userId="9fe37188-348c-49f0-8008-a466955ee907" providerId="ADAL" clId="{B2726E9E-C9C9-4216-98D0-52E8E7C2E0E4}" dt="2022-11-07T10:35:25.591" v="51" actId="207"/>
          <ac:spMkLst>
            <pc:docMk/>
            <pc:sldMasterMk cId="4166940761" sldId="2147483896"/>
            <ac:spMk id="2" creationId="{00000000-0000-0000-0000-000000000000}"/>
          </ac:spMkLst>
        </pc:spChg>
        <pc:spChg chg="mod">
          <ac:chgData name="Анастасия Коробецкая" userId="9fe37188-348c-49f0-8008-a466955ee907" providerId="ADAL" clId="{B2726E9E-C9C9-4216-98D0-52E8E7C2E0E4}" dt="2022-11-07T10:35:02.098" v="50" actId="404"/>
          <ac:spMkLst>
            <pc:docMk/>
            <pc:sldMasterMk cId="4166940761" sldId="2147483896"/>
            <ac:spMk id="3" creationId="{00000000-0000-0000-0000-000000000000}"/>
          </ac:spMkLst>
        </pc:spChg>
        <pc:spChg chg="mod">
          <ac:chgData name="Анастасия Коробецкая" userId="9fe37188-348c-49f0-8008-a466955ee907" providerId="ADAL" clId="{B2726E9E-C9C9-4216-98D0-52E8E7C2E0E4}" dt="2022-11-07T10:34:44.998" v="41" actId="1076"/>
          <ac:spMkLst>
            <pc:docMk/>
            <pc:sldMasterMk cId="4166940761" sldId="2147483896"/>
            <ac:spMk id="4" creationId="{00000000-0000-0000-0000-000000000000}"/>
          </ac:spMkLst>
        </pc:spChg>
        <pc:spChg chg="mod">
          <ac:chgData name="Анастасия Коробецкая" userId="9fe37188-348c-49f0-8008-a466955ee907" providerId="ADAL" clId="{B2726E9E-C9C9-4216-98D0-52E8E7C2E0E4}" dt="2022-11-07T10:34:48.060" v="42" actId="14100"/>
          <ac:spMkLst>
            <pc:docMk/>
            <pc:sldMasterMk cId="4166940761" sldId="2147483896"/>
            <ac:spMk id="5" creationId="{00000000-0000-0000-0000-000000000000}"/>
          </ac:spMkLst>
        </pc:spChg>
        <pc:spChg chg="mod">
          <ac:chgData name="Анастасия Коробецкая" userId="9fe37188-348c-49f0-8008-a466955ee907" providerId="ADAL" clId="{B2726E9E-C9C9-4216-98D0-52E8E7C2E0E4}" dt="2022-11-07T10:34:56.171" v="47" actId="403"/>
          <ac:spMkLst>
            <pc:docMk/>
            <pc:sldMasterMk cId="4166940761" sldId="2147483896"/>
            <ac:spMk id="6" creationId="{00000000-0000-0000-0000-000000000000}"/>
          </ac:spMkLst>
        </pc:spChg>
        <pc:spChg chg="mod">
          <ac:chgData name="Анастасия Коробецкая" userId="9fe37188-348c-49f0-8008-a466955ee907" providerId="ADAL" clId="{B2726E9E-C9C9-4216-98D0-52E8E7C2E0E4}" dt="2022-11-07T10:33:31.651" v="34" actId="14100"/>
          <ac:spMkLst>
            <pc:docMk/>
            <pc:sldMasterMk cId="4166940761" sldId="2147483896"/>
            <ac:spMk id="7" creationId="{00000000-0000-0000-0000-000000000000}"/>
          </ac:spMkLst>
        </pc:spChg>
        <pc:sldLayoutChg chg="setBg">
          <pc:chgData name="Анастасия Коробецкая" userId="9fe37188-348c-49f0-8008-a466955ee907" providerId="ADAL" clId="{B2726E9E-C9C9-4216-98D0-52E8E7C2E0E4}" dt="2022-11-07T10:32:55.522" v="29"/>
          <pc:sldLayoutMkLst>
            <pc:docMk/>
            <pc:sldMasterMk cId="4166940761" sldId="2147483896"/>
            <pc:sldLayoutMk cId="3556944555" sldId="2147483897"/>
          </pc:sldLayoutMkLst>
        </pc:sldLayoutChg>
        <pc:sldLayoutChg chg="setBg">
          <pc:chgData name="Анастасия Коробецкая" userId="9fe37188-348c-49f0-8008-a466955ee907" providerId="ADAL" clId="{B2726E9E-C9C9-4216-98D0-52E8E7C2E0E4}" dt="2022-11-07T10:32:55.522" v="29"/>
          <pc:sldLayoutMkLst>
            <pc:docMk/>
            <pc:sldMasterMk cId="4166940761" sldId="2147483896"/>
            <pc:sldLayoutMk cId="4201331276" sldId="2147483899"/>
          </pc:sldLayoutMkLst>
        </pc:sldLayoutChg>
      </pc:sldMasterChg>
    </pc:docChg>
  </pc:docChgLst>
  <pc:docChgLst>
    <pc:chgData name="Анастасия Коробецкая" userId="9fe37188-348c-49f0-8008-a466955ee907" providerId="ADAL" clId="{D305E02F-D4CB-40EF-8E11-6F1F8A188380}"/>
    <pc:docChg chg="undo custSel delSld modSld addMainMaster delMainMaster modMainMaster">
      <pc:chgData name="Анастасия Коробецкая" userId="9fe37188-348c-49f0-8008-a466955ee907" providerId="ADAL" clId="{D305E02F-D4CB-40EF-8E11-6F1F8A188380}" dt="2022-11-07T12:02:36.127" v="40" actId="20577"/>
      <pc:docMkLst>
        <pc:docMk/>
      </pc:docMkLst>
      <pc:sldChg chg="modSp mod">
        <pc:chgData name="Анастасия Коробецкая" userId="9fe37188-348c-49f0-8008-a466955ee907" providerId="ADAL" clId="{D305E02F-D4CB-40EF-8E11-6F1F8A188380}" dt="2022-11-07T11:56:50.954" v="16" actId="20577"/>
        <pc:sldMkLst>
          <pc:docMk/>
          <pc:sldMk cId="193178965" sldId="256"/>
        </pc:sldMkLst>
        <pc:spChg chg="mod">
          <ac:chgData name="Анастасия Коробецкая" userId="9fe37188-348c-49f0-8008-a466955ee907" providerId="ADAL" clId="{D305E02F-D4CB-40EF-8E11-6F1F8A188380}" dt="2022-11-07T11:56:50.954" v="16" actId="20577"/>
          <ac:spMkLst>
            <pc:docMk/>
            <pc:sldMk cId="193178965" sldId="256"/>
            <ac:spMk id="2" creationId="{0BA106B5-F56B-E118-4C2E-85FA4FDACD3A}"/>
          </ac:spMkLst>
        </pc:spChg>
        <pc:spChg chg="mod">
          <ac:chgData name="Анастасия Коробецкая" userId="9fe37188-348c-49f0-8008-a466955ee907" providerId="ADAL" clId="{D305E02F-D4CB-40EF-8E11-6F1F8A188380}" dt="2022-11-07T11:56:29.810" v="0" actId="20578"/>
          <ac:spMkLst>
            <pc:docMk/>
            <pc:sldMk cId="193178965" sldId="256"/>
            <ac:spMk id="3" creationId="{2971B750-910B-6CB3-B4F5-4179D6B00F05}"/>
          </ac:spMkLst>
        </pc:spChg>
      </pc:sldChg>
      <pc:sldChg chg="del">
        <pc:chgData name="Анастасия Коробецкая" userId="9fe37188-348c-49f0-8008-a466955ee907" providerId="ADAL" clId="{D305E02F-D4CB-40EF-8E11-6F1F8A188380}" dt="2022-11-07T11:56:56.534" v="17" actId="47"/>
        <pc:sldMkLst>
          <pc:docMk/>
          <pc:sldMk cId="3209408932" sldId="257"/>
        </pc:sldMkLst>
      </pc:sldChg>
      <pc:sldChg chg="modSp mod">
        <pc:chgData name="Анастасия Коробецкая" userId="9fe37188-348c-49f0-8008-a466955ee907" providerId="ADAL" clId="{D305E02F-D4CB-40EF-8E11-6F1F8A188380}" dt="2022-11-07T11:57:02.087" v="19" actId="6549"/>
        <pc:sldMkLst>
          <pc:docMk/>
          <pc:sldMk cId="4205047303" sldId="258"/>
        </pc:sldMkLst>
        <pc:spChg chg="mod">
          <ac:chgData name="Анастасия Коробецкая" userId="9fe37188-348c-49f0-8008-a466955ee907" providerId="ADAL" clId="{D305E02F-D4CB-40EF-8E11-6F1F8A188380}" dt="2022-11-07T11:57:02.087" v="19" actId="6549"/>
          <ac:spMkLst>
            <pc:docMk/>
            <pc:sldMk cId="4205047303" sldId="258"/>
            <ac:spMk id="2" creationId="{7FF6C551-F61A-9612-620D-939C8BDD073B}"/>
          </ac:spMkLst>
        </pc:spChg>
        <pc:spChg chg="mod">
          <ac:chgData name="Анастасия Коробецкая" userId="9fe37188-348c-49f0-8008-a466955ee907" providerId="ADAL" clId="{D305E02F-D4CB-40EF-8E11-6F1F8A188380}" dt="2022-11-07T11:56:59.639" v="18" actId="6549"/>
          <ac:spMkLst>
            <pc:docMk/>
            <pc:sldMk cId="4205047303" sldId="258"/>
            <ac:spMk id="3" creationId="{46C3A537-A53C-DA04-6D6C-E605E2CC9BE6}"/>
          </ac:spMkLst>
        </pc:spChg>
      </pc:sldChg>
      <pc:sldChg chg="del">
        <pc:chgData name="Анастасия Коробецкая" userId="9fe37188-348c-49f0-8008-a466955ee907" providerId="ADAL" clId="{D305E02F-D4CB-40EF-8E11-6F1F8A188380}" dt="2022-11-07T11:56:56.534" v="17" actId="47"/>
        <pc:sldMkLst>
          <pc:docMk/>
          <pc:sldMk cId="178578277" sldId="259"/>
        </pc:sldMkLst>
      </pc:sldChg>
      <pc:sldChg chg="del">
        <pc:chgData name="Анастасия Коробецкая" userId="9fe37188-348c-49f0-8008-a466955ee907" providerId="ADAL" clId="{D305E02F-D4CB-40EF-8E11-6F1F8A188380}" dt="2022-11-07T11:56:56.534" v="17" actId="47"/>
        <pc:sldMkLst>
          <pc:docMk/>
          <pc:sldMk cId="2993561717" sldId="260"/>
        </pc:sldMkLst>
      </pc:sldChg>
      <pc:sldChg chg="del">
        <pc:chgData name="Анастасия Коробецкая" userId="9fe37188-348c-49f0-8008-a466955ee907" providerId="ADAL" clId="{D305E02F-D4CB-40EF-8E11-6F1F8A188380}" dt="2022-11-07T11:56:56.534" v="17" actId="47"/>
        <pc:sldMkLst>
          <pc:docMk/>
          <pc:sldMk cId="3837016682" sldId="407"/>
        </pc:sldMkLst>
      </pc:sldChg>
      <pc:sldMasterChg chg="addSldLayout delSldLayout modSldLayout">
        <pc:chgData name="Анастасия Коробецкая" userId="9fe37188-348c-49f0-8008-a466955ee907" providerId="ADAL" clId="{D305E02F-D4CB-40EF-8E11-6F1F8A188380}" dt="2022-11-07T12:02:36.127" v="40" actId="20577"/>
        <pc:sldMasterMkLst>
          <pc:docMk/>
          <pc:sldMasterMk cId="4166940761" sldId="2147483896"/>
        </pc:sldMasterMkLst>
        <pc:sldLayoutChg chg="del">
          <pc:chgData name="Анастасия Коробецкая" userId="9fe37188-348c-49f0-8008-a466955ee907" providerId="ADAL" clId="{D305E02F-D4CB-40EF-8E11-6F1F8A188380}" dt="2022-11-07T11:57:35.280" v="20" actId="2696"/>
          <pc:sldLayoutMkLst>
            <pc:docMk/>
            <pc:sldMasterMk cId="4166940761" sldId="2147483896"/>
            <pc:sldLayoutMk cId="4201331276" sldId="2147483899"/>
          </pc:sldLayoutMkLst>
        </pc:sldLayoutChg>
        <pc:sldLayoutChg chg="del">
          <pc:chgData name="Анастасия Коробецкая" userId="9fe37188-348c-49f0-8008-a466955ee907" providerId="ADAL" clId="{D305E02F-D4CB-40EF-8E11-6F1F8A188380}" dt="2022-11-07T11:57:40.010" v="21" actId="2696"/>
          <pc:sldLayoutMkLst>
            <pc:docMk/>
            <pc:sldMasterMk cId="4166940761" sldId="2147483896"/>
            <pc:sldLayoutMk cId="4215270339" sldId="2147483900"/>
          </pc:sldLayoutMkLst>
        </pc:sldLayoutChg>
        <pc:sldLayoutChg chg="del">
          <pc:chgData name="Анастасия Коробецкая" userId="9fe37188-348c-49f0-8008-a466955ee907" providerId="ADAL" clId="{D305E02F-D4CB-40EF-8E11-6F1F8A188380}" dt="2022-11-07T11:57:41.857" v="22" actId="2696"/>
          <pc:sldLayoutMkLst>
            <pc:docMk/>
            <pc:sldMasterMk cId="4166940761" sldId="2147483896"/>
            <pc:sldLayoutMk cId="889635368" sldId="2147483901"/>
          </pc:sldLayoutMkLst>
        </pc:sldLayoutChg>
        <pc:sldLayoutChg chg="del">
          <pc:chgData name="Анастасия Коробецкая" userId="9fe37188-348c-49f0-8008-a466955ee907" providerId="ADAL" clId="{D305E02F-D4CB-40EF-8E11-6F1F8A188380}" dt="2022-11-07T11:57:51.295" v="24" actId="2696"/>
          <pc:sldLayoutMkLst>
            <pc:docMk/>
            <pc:sldMasterMk cId="4166940761" sldId="2147483896"/>
            <pc:sldLayoutMk cId="3205996167" sldId="2147483904"/>
          </pc:sldLayoutMkLst>
        </pc:sldLayoutChg>
        <pc:sldLayoutChg chg="addSp modSp new mod">
          <pc:chgData name="Анастасия Коробецкая" userId="9fe37188-348c-49f0-8008-a466955ee907" providerId="ADAL" clId="{D305E02F-D4CB-40EF-8E11-6F1F8A188380}" dt="2022-11-07T12:02:36.127" v="40" actId="20577"/>
          <pc:sldLayoutMkLst>
            <pc:docMk/>
            <pc:sldMasterMk cId="4166940761" sldId="2147483896"/>
            <pc:sldLayoutMk cId="3209924343" sldId="2147483904"/>
          </pc:sldLayoutMkLst>
          <pc:spChg chg="add mod">
            <ac:chgData name="Анастасия Коробецкая" userId="9fe37188-348c-49f0-8008-a466955ee907" providerId="ADAL" clId="{D305E02F-D4CB-40EF-8E11-6F1F8A188380}" dt="2022-11-07T12:02:36.127" v="40" actId="20577"/>
            <ac:spMkLst>
              <pc:docMk/>
              <pc:sldMasterMk cId="4166940761" sldId="2147483896"/>
              <pc:sldLayoutMk cId="3209924343" sldId="2147483904"/>
              <ac:spMk id="6" creationId="{10E32EB9-D8E4-8CBE-E3B9-934CB66666C3}"/>
            </ac:spMkLst>
          </pc:spChg>
        </pc:sldLayoutChg>
        <pc:sldLayoutChg chg="del">
          <pc:chgData name="Анастасия Коробецкая" userId="9fe37188-348c-49f0-8008-a466955ee907" providerId="ADAL" clId="{D305E02F-D4CB-40EF-8E11-6F1F8A188380}" dt="2022-11-07T11:57:49.061" v="23" actId="2696"/>
          <pc:sldLayoutMkLst>
            <pc:docMk/>
            <pc:sldMasterMk cId="4166940761" sldId="2147483896"/>
            <pc:sldLayoutMk cId="3599366051" sldId="2147483905"/>
          </pc:sldLayoutMkLst>
        </pc:sldLayoutChg>
        <pc:sldLayoutChg chg="del">
          <pc:chgData name="Анастасия Коробецкая" userId="9fe37188-348c-49f0-8008-a466955ee907" providerId="ADAL" clId="{D305E02F-D4CB-40EF-8E11-6F1F8A188380}" dt="2022-11-07T11:57:53.133" v="25" actId="2696"/>
          <pc:sldLayoutMkLst>
            <pc:docMk/>
            <pc:sldMasterMk cId="4166940761" sldId="2147483896"/>
            <pc:sldLayoutMk cId="107031277" sldId="2147483906"/>
          </pc:sldLayoutMkLst>
        </pc:sldLayoutChg>
        <pc:sldLayoutChg chg="del">
          <pc:chgData name="Анастасия Коробецкая" userId="9fe37188-348c-49f0-8008-a466955ee907" providerId="ADAL" clId="{D305E02F-D4CB-40EF-8E11-6F1F8A188380}" dt="2022-11-07T11:57:55.630" v="26" actId="2696"/>
          <pc:sldLayoutMkLst>
            <pc:docMk/>
            <pc:sldMasterMk cId="4166940761" sldId="2147483896"/>
            <pc:sldLayoutMk cId="1952769865" sldId="2147483907"/>
          </pc:sldLayoutMkLst>
        </pc:sldLayoutChg>
      </pc:sldMasterChg>
      <pc:sldMasterChg chg="new del mod addSldLayout delSldLayout">
        <pc:chgData name="Анастасия Коробецкая" userId="9fe37188-348c-49f0-8008-a466955ee907" providerId="ADAL" clId="{D305E02F-D4CB-40EF-8E11-6F1F8A188380}" dt="2022-11-07T11:58:02.705" v="28" actId="6938"/>
        <pc:sldMasterMkLst>
          <pc:docMk/>
          <pc:sldMasterMk cId="2564465409" sldId="2147483904"/>
        </pc:sldMasterMkLst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2405552379" sldId="2147483905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282238460" sldId="2147483906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3470827593" sldId="2147483907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4293381908" sldId="2147483908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863023414" sldId="2147483909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190640167" sldId="2147483910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2938448278" sldId="2147483911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2684972736" sldId="2147483912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1615802846" sldId="2147483913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892726511" sldId="2147483914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187717637" sldId="2147483915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-6843" y="3887812"/>
            <a:ext cx="12195668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5488" y="2166364"/>
            <a:ext cx="11247120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7472" y="3913632"/>
            <a:ext cx="11506200" cy="45720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D8FA9-BFF5-4A08-B9B8-F1DEEB2D4542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D5C98-4D5C-4B96-A604-F5E15943DA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6944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5488" y="2118739"/>
            <a:ext cx="11247120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D8FA9-BFF5-4A08-B9B8-F1DEEB2D4542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D5C98-4D5C-4B96-A604-F5E15943DA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2747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5D6D5D-38FA-3AC5-010C-7300AF145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D78CD6D-6F3B-ACE7-3461-D34261A76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7EC7E-D938-4EF6-8159-C481223E3073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AC289E1-5433-7AD3-BD74-F5712A108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7A3E6A1-9312-3A0F-97C6-059849438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A5133-06A3-4DD9-A1CA-7F2525B29F1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668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7EC7E-D938-4EF6-8159-C481223E3073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A5133-06A3-4DD9-A1CA-7F2525B29F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2498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Вопро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7EC7E-D938-4EF6-8159-C481223E3073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A5133-06A3-4DD9-A1CA-7F2525B29F12}" type="slidenum">
              <a:rPr lang="ru-RU" smtClean="0"/>
              <a:t>‹#›</a:t>
            </a:fld>
            <a:endParaRPr lang="ru-RU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F20CCBC-7C05-5B80-5300-92EF61490E4D}"/>
              </a:ext>
            </a:extLst>
          </p:cNvPr>
          <p:cNvSpPr/>
          <p:nvPr userDrawn="1"/>
        </p:nvSpPr>
        <p:spPr>
          <a:xfrm>
            <a:off x="-6840" y="1130040"/>
            <a:ext cx="12192840" cy="43102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pic>
        <p:nvPicPr>
          <p:cNvPr id="6" name="Рисунок 11" descr="Мысль со сплошной заливкой">
            <a:extLst>
              <a:ext uri="{FF2B5EF4-FFF2-40B4-BE49-F238E27FC236}">
                <a16:creationId xmlns:a16="http://schemas.microsoft.com/office/drawing/2014/main" id="{6D22CE0F-A19C-5AED-FB93-9AB52E31A363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10370520" y="4920480"/>
            <a:ext cx="1408320" cy="1408320"/>
          </a:xfrm>
          <a:prstGeom prst="rect">
            <a:avLst/>
          </a:prstGeom>
          <a:ln w="0">
            <a:noFill/>
          </a:ln>
        </p:spPr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B7A52E2F-30DB-13FA-0856-7EB77D1AE2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275" y="1417638"/>
            <a:ext cx="11229975" cy="3621087"/>
          </a:xfrm>
        </p:spPr>
        <p:txBody>
          <a:bodyPr anchor="ctr"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941624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7EC7E-D938-4EF6-8159-C481223E3073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A5133-06A3-4DD9-A1CA-7F2525B29F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4767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01D0038C-5B06-4D63-A27D-A8B812B61128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78599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50781558-BEFB-4E88-8FF0-4327B5DECCEB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82576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CC19A8C9-01F3-455B-BF37-1C9D34452C14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35646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7986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8740" y="1082851"/>
            <a:ext cx="10800271" cy="53400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8740" y="6439097"/>
            <a:ext cx="997470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E4B7EC7E-D938-4EF6-8159-C481223E3073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6210" y="6422854"/>
            <a:ext cx="89447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55102" y="6453647"/>
            <a:ext cx="834333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r">
              <a:defRPr sz="1800" b="0">
                <a:solidFill>
                  <a:schemeClr val="tx1"/>
                </a:solidFill>
              </a:defRPr>
            </a:lvl1pPr>
          </a:lstStyle>
          <a:p>
            <a:fld id="{5D9A5133-06A3-4DD9-A1CA-7F2525B29F12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5BB9AEE-5F19-790F-429B-AF903FC7CE96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52400" y="6430160"/>
            <a:ext cx="409575" cy="388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940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7" r:id="rId1"/>
    <p:sldLayoutId id="2147483911" r:id="rId2"/>
    <p:sldLayoutId id="2147483905" r:id="rId3"/>
    <p:sldLayoutId id="2147483898" r:id="rId4"/>
    <p:sldLayoutId id="2147483903" r:id="rId5"/>
    <p:sldLayoutId id="2147483907" r:id="rId6"/>
    <p:sldLayoutId id="2147483908" r:id="rId7"/>
    <p:sldLayoutId id="2147483910" r:id="rId8"/>
    <p:sldLayoutId id="2147483912" r:id="rId9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postgrespro.ru/education/demodb" TargetMode="Externa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A106B5-F56B-E118-4C2E-85FA4FDACD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Java05 – </a:t>
            </a:r>
            <a:r>
              <a:rPr lang="ru-RU" dirty="0"/>
              <a:t>Базы данных. </a:t>
            </a:r>
            <a:r>
              <a:rPr lang="en-US" dirty="0"/>
              <a:t>With, </a:t>
            </a:r>
            <a:r>
              <a:rPr lang="ru-RU" dirty="0"/>
              <a:t>оконные функции, индексы, оптимизация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971B750-910B-6CB3-B4F5-4179D6B00F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Курс </a:t>
            </a:r>
            <a:r>
              <a:rPr lang="en-US" dirty="0"/>
              <a:t>Java. </a:t>
            </a:r>
            <a:r>
              <a:rPr lang="ru-RU" dirty="0"/>
              <a:t>Коробецкая Анастасия Александровна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68C2036-6381-A555-7C67-4D1C50F88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863"/>
            <a:ext cx="3419952" cy="97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78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Демо - Booking </a:t>
            </a:r>
          </a:p>
        </p:txBody>
      </p:sp>
      <p:sp>
        <p:nvSpPr>
          <p:cNvPr id="134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r>
              <a:rPr lang="ru-RU" dirty="0"/>
              <a:t>Демо-база от </a:t>
            </a:r>
            <a:r>
              <a:rPr lang="ru-RU" dirty="0" err="1"/>
              <a:t>PostgresPro</a:t>
            </a:r>
            <a:endParaRPr lang="ru-RU" dirty="0"/>
          </a:p>
          <a:p>
            <a:r>
              <a:rPr lang="ru-RU" dirty="0"/>
              <a:t>Бронирование </a:t>
            </a:r>
            <a:r>
              <a:rPr lang="ru-RU" dirty="0" err="1"/>
              <a:t>авиаблетов</a:t>
            </a:r>
            <a:endParaRPr lang="ru-RU" dirty="0"/>
          </a:p>
          <a:p>
            <a:r>
              <a:rPr lang="ru-RU" dirty="0"/>
              <a:t>Близко к реальным данным</a:t>
            </a:r>
          </a:p>
          <a:p>
            <a:r>
              <a:rPr lang="ru-RU" dirty="0"/>
              <a:t>Распространяется под лицензией </a:t>
            </a:r>
            <a:r>
              <a:rPr lang="ru-RU" dirty="0" err="1"/>
              <a:t>PostgreSQL</a:t>
            </a:r>
            <a:r>
              <a:rPr lang="ru-RU" dirty="0"/>
              <a:t>.</a:t>
            </a:r>
          </a:p>
          <a:p>
            <a:r>
              <a:rPr lang="ru-RU" dirty="0">
                <a:hlinkClick r:id="rId2"/>
              </a:rPr>
              <a:t>https://postgrespro.ru/education/demodb</a:t>
            </a:r>
            <a:r>
              <a:rPr lang="ru-RU" dirty="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BB2F55-01A9-D005-9BD9-59B496558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with, CTE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D655ECE-4E59-0387-EC3C-85A44D4E5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Удобный способ записи сложных вложенных запросов</a:t>
            </a:r>
          </a:p>
          <a:p>
            <a:r>
              <a:rPr lang="en-US" dirty="0"/>
              <a:t>Common Table Expression </a:t>
            </a:r>
            <a:r>
              <a:rPr lang="ru-RU" dirty="0"/>
              <a:t>(общие табличные выражения) – подзапрос </a:t>
            </a:r>
            <a:r>
              <a:rPr lang="en-US" dirty="0"/>
              <a:t>SELECT</a:t>
            </a:r>
            <a:r>
              <a:rPr lang="ru-RU" dirty="0"/>
              <a:t>, которому дается имя в рамках текущего запроса, и который можно использовать во </a:t>
            </a:r>
            <a:r>
              <a:rPr lang="en-US" dirty="0"/>
              <a:t>from</a:t>
            </a:r>
            <a:endParaRPr lang="ru-RU" dirty="0"/>
          </a:p>
          <a:p>
            <a:pPr marL="228600" lvl="1" indent="0">
              <a:buNone/>
            </a:pPr>
            <a:r>
              <a:rPr lang="en-US" b="1" dirty="0">
                <a:latin typeface="Consolas" panose="020B0609020204030204" pitchFamily="49" charset="0"/>
              </a:rPr>
              <a:t>with</a:t>
            </a:r>
            <a:r>
              <a:rPr lang="en-US" dirty="0">
                <a:latin typeface="Consolas" panose="020B0609020204030204" pitchFamily="49" charset="0"/>
              </a:rPr>
              <a:t> cte1 </a:t>
            </a:r>
            <a:r>
              <a:rPr lang="en-US" b="1" dirty="0">
                <a:latin typeface="Consolas" panose="020B0609020204030204" pitchFamily="49" charset="0"/>
              </a:rPr>
              <a:t>as</a:t>
            </a:r>
            <a:r>
              <a:rPr lang="en-US" dirty="0">
                <a:latin typeface="Consolas" panose="020B0609020204030204" pitchFamily="49" charset="0"/>
              </a:rPr>
              <a:t> (</a:t>
            </a:r>
          </a:p>
          <a:p>
            <a:pPr marL="22860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b="1" dirty="0">
                <a:latin typeface="Consolas" panose="020B0609020204030204" pitchFamily="49" charset="0"/>
              </a:rPr>
              <a:t>select</a:t>
            </a:r>
            <a:r>
              <a:rPr lang="en-US" dirty="0">
                <a:latin typeface="Consolas" panose="020B0609020204030204" pitchFamily="49" charset="0"/>
              </a:rPr>
              <a:t> ... </a:t>
            </a:r>
            <a:r>
              <a:rPr lang="en-US" b="1" dirty="0">
                <a:latin typeface="Consolas" panose="020B0609020204030204" pitchFamily="49" charset="0"/>
              </a:rPr>
              <a:t>from</a:t>
            </a:r>
            <a:r>
              <a:rPr lang="en-US" dirty="0">
                <a:latin typeface="Consolas" panose="020B0609020204030204" pitchFamily="49" charset="0"/>
              </a:rPr>
              <a:t> ...</a:t>
            </a:r>
          </a:p>
          <a:p>
            <a:pPr marL="22860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),</a:t>
            </a:r>
          </a:p>
          <a:p>
            <a:pPr marL="22860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cte2 </a:t>
            </a:r>
            <a:r>
              <a:rPr lang="en-US" b="1" dirty="0">
                <a:latin typeface="Consolas" panose="020B0609020204030204" pitchFamily="49" charset="0"/>
              </a:rPr>
              <a:t>as</a:t>
            </a:r>
            <a:r>
              <a:rPr lang="en-US" dirty="0">
                <a:latin typeface="Consolas" panose="020B0609020204030204" pitchFamily="49" charset="0"/>
              </a:rPr>
              <a:t> (</a:t>
            </a:r>
          </a:p>
          <a:p>
            <a:pPr marL="22860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b="1" dirty="0">
                <a:latin typeface="Consolas" panose="020B0609020204030204" pitchFamily="49" charset="0"/>
              </a:rPr>
              <a:t>select</a:t>
            </a:r>
            <a:r>
              <a:rPr lang="en-US" dirty="0">
                <a:latin typeface="Consolas" panose="020B0609020204030204" pitchFamily="49" charset="0"/>
              </a:rPr>
              <a:t> ... </a:t>
            </a:r>
            <a:r>
              <a:rPr lang="en-US" b="1" dirty="0">
                <a:latin typeface="Consolas" panose="020B0609020204030204" pitchFamily="49" charset="0"/>
              </a:rPr>
              <a:t>from</a:t>
            </a:r>
            <a:r>
              <a:rPr lang="en-US" dirty="0">
                <a:latin typeface="Consolas" panose="020B0609020204030204" pitchFamily="49" charset="0"/>
              </a:rPr>
              <a:t> ...</a:t>
            </a:r>
          </a:p>
          <a:p>
            <a:pPr marL="22860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),</a:t>
            </a:r>
          </a:p>
          <a:p>
            <a:pPr marL="22860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cte3 </a:t>
            </a:r>
            <a:r>
              <a:rPr lang="en-US" b="1" dirty="0">
                <a:latin typeface="Consolas" panose="020B0609020204030204" pitchFamily="49" charset="0"/>
              </a:rPr>
              <a:t>as</a:t>
            </a:r>
            <a:r>
              <a:rPr lang="en-US" dirty="0">
                <a:latin typeface="Consolas" panose="020B0609020204030204" pitchFamily="49" charset="0"/>
              </a:rPr>
              <a:t> (</a:t>
            </a:r>
          </a:p>
          <a:p>
            <a:pPr marL="22860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b="1" dirty="0">
                <a:latin typeface="Consolas" panose="020B0609020204030204" pitchFamily="49" charset="0"/>
              </a:rPr>
              <a:t>select</a:t>
            </a:r>
            <a:r>
              <a:rPr lang="en-US" dirty="0">
                <a:latin typeface="Consolas" panose="020B0609020204030204" pitchFamily="49" charset="0"/>
              </a:rPr>
              <a:t> ... </a:t>
            </a:r>
            <a:r>
              <a:rPr lang="en-US" b="1" dirty="0">
                <a:latin typeface="Consolas" panose="020B0609020204030204" pitchFamily="49" charset="0"/>
              </a:rPr>
              <a:t>from</a:t>
            </a:r>
            <a:r>
              <a:rPr lang="en-US" dirty="0">
                <a:latin typeface="Consolas" panose="020B0609020204030204" pitchFamily="49" charset="0"/>
              </a:rPr>
              <a:t> cte1 </a:t>
            </a:r>
            <a:r>
              <a:rPr lang="en-US" b="1" dirty="0">
                <a:latin typeface="Consolas" panose="020B0609020204030204" pitchFamily="49" charset="0"/>
              </a:rPr>
              <a:t>join</a:t>
            </a:r>
            <a:r>
              <a:rPr lang="en-US" dirty="0">
                <a:latin typeface="Consolas" panose="020B0609020204030204" pitchFamily="49" charset="0"/>
              </a:rPr>
              <a:t> cte2 </a:t>
            </a:r>
            <a:r>
              <a:rPr lang="en-US" b="1" dirty="0">
                <a:latin typeface="Consolas" panose="020B0609020204030204" pitchFamily="49" charset="0"/>
              </a:rPr>
              <a:t>on</a:t>
            </a:r>
            <a:r>
              <a:rPr lang="en-US" dirty="0">
                <a:latin typeface="Consolas" panose="020B0609020204030204" pitchFamily="49" charset="0"/>
              </a:rPr>
              <a:t> ...</a:t>
            </a:r>
          </a:p>
          <a:p>
            <a:pPr marL="22860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),</a:t>
            </a:r>
          </a:p>
          <a:p>
            <a:pPr marL="228600" lvl="1" indent="0">
              <a:buNone/>
            </a:pPr>
            <a:r>
              <a:rPr lang="en-US" b="1" dirty="0">
                <a:latin typeface="Consolas" panose="020B0609020204030204" pitchFamily="49" charset="0"/>
              </a:rPr>
              <a:t>select</a:t>
            </a:r>
            <a:r>
              <a:rPr lang="en-US" dirty="0">
                <a:latin typeface="Consolas" panose="020B0609020204030204" pitchFamily="49" charset="0"/>
              </a:rPr>
              <a:t> ... </a:t>
            </a:r>
            <a:r>
              <a:rPr lang="en-US" b="1" dirty="0">
                <a:latin typeface="Consolas" panose="020B0609020204030204" pitchFamily="49" charset="0"/>
              </a:rPr>
              <a:t>from</a:t>
            </a:r>
            <a:r>
              <a:rPr lang="en-US" dirty="0">
                <a:latin typeface="Consolas" panose="020B0609020204030204" pitchFamily="49" charset="0"/>
              </a:rPr>
              <a:t> cte3</a:t>
            </a:r>
          </a:p>
          <a:p>
            <a:pPr marL="228600" lvl="1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4981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E6ECBE-69E3-F392-A563-7D7AD5DF9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Рекурсивные запросы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838D4B-FD58-2207-0BD0-6F941B8D37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CTE </a:t>
            </a:r>
            <a:r>
              <a:rPr lang="ru-RU" dirty="0"/>
              <a:t>может ссылаться на саму себя через </a:t>
            </a:r>
            <a:r>
              <a:rPr lang="en-US" dirty="0"/>
              <a:t>union</a:t>
            </a:r>
            <a:r>
              <a:rPr lang="ru-RU" dirty="0"/>
              <a:t>. Для ясности можно явно указать</a:t>
            </a:r>
            <a:r>
              <a:rPr lang="en-US" dirty="0"/>
              <a:t>, </a:t>
            </a:r>
            <a:r>
              <a:rPr lang="ru-RU" dirty="0"/>
              <a:t>что это рекурсивный вызов, но необязательно</a:t>
            </a:r>
          </a:p>
          <a:p>
            <a:pPr marL="228600" lvl="1" indent="0">
              <a:buNone/>
            </a:pP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with</a:t>
            </a:r>
            <a:r>
              <a:rPr lang="en-US" dirty="0">
                <a:latin typeface="Consolas" panose="020B0609020204030204" pitchFamily="49" charset="0"/>
              </a:rPr>
              <a:t> [</a:t>
            </a: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recursive</a:t>
            </a:r>
            <a:r>
              <a:rPr lang="en-US" dirty="0">
                <a:latin typeface="Consolas" panose="020B0609020204030204" pitchFamily="49" charset="0"/>
              </a:rPr>
              <a:t>] t(n) </a:t>
            </a: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as</a:t>
            </a:r>
            <a:r>
              <a:rPr lang="en-US" dirty="0">
                <a:latin typeface="Consolas" panose="020B0609020204030204" pitchFamily="49" charset="0"/>
              </a:rPr>
              <a:t> (</a:t>
            </a:r>
          </a:p>
          <a:p>
            <a:pPr marL="22860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    -- </a:t>
            </a:r>
            <a:r>
              <a:rPr lang="ru-RU" dirty="0">
                <a:latin typeface="Consolas" panose="020B0609020204030204" pitchFamily="49" charset="0"/>
              </a:rPr>
              <a:t>Начальное выражение</a:t>
            </a:r>
            <a:endParaRPr lang="en-US" dirty="0">
              <a:latin typeface="Consolas" panose="020B0609020204030204" pitchFamily="49" charset="0"/>
            </a:endParaRPr>
          </a:p>
          <a:p>
            <a:pPr marL="22860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values</a:t>
            </a:r>
            <a:r>
              <a:rPr lang="en-US" dirty="0">
                <a:latin typeface="Consolas" panose="020B0609020204030204" pitchFamily="49" charset="0"/>
              </a:rPr>
              <a:t> (1)</a:t>
            </a:r>
          </a:p>
          <a:p>
            <a:pPr marL="22860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union all</a:t>
            </a:r>
            <a:endParaRPr lang="en-US" dirty="0">
              <a:latin typeface="Consolas" panose="020B0609020204030204" pitchFamily="49" charset="0"/>
            </a:endParaRPr>
          </a:p>
          <a:p>
            <a:pPr marL="22860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    -- </a:t>
            </a:r>
            <a:r>
              <a:rPr lang="ru-RU" dirty="0">
                <a:latin typeface="Consolas" panose="020B0609020204030204" pitchFamily="49" charset="0"/>
              </a:rPr>
              <a:t>Рекурсивная ссылка</a:t>
            </a:r>
            <a:endParaRPr lang="en-US" dirty="0">
              <a:latin typeface="Consolas" panose="020B0609020204030204" pitchFamily="49" charset="0"/>
            </a:endParaRPr>
          </a:p>
          <a:p>
            <a:pPr marL="22860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select</a:t>
            </a:r>
            <a:r>
              <a:rPr lang="en-US" dirty="0">
                <a:latin typeface="Consolas" panose="020B0609020204030204" pitchFamily="49" charset="0"/>
              </a:rPr>
              <a:t> n+1 </a:t>
            </a: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from</a:t>
            </a:r>
            <a:r>
              <a:rPr lang="en-US" dirty="0">
                <a:latin typeface="Consolas" panose="020B0609020204030204" pitchFamily="49" charset="0"/>
              </a:rPr>
              <a:t> t</a:t>
            </a:r>
          </a:p>
          <a:p>
            <a:pPr marL="22860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    -- </a:t>
            </a:r>
            <a:r>
              <a:rPr lang="ru-RU" dirty="0">
                <a:latin typeface="Consolas" panose="020B0609020204030204" pitchFamily="49" charset="0"/>
              </a:rPr>
              <a:t>Рекурсивная ссылка</a:t>
            </a:r>
            <a:endParaRPr lang="en-US" dirty="0">
              <a:latin typeface="Consolas" panose="020B0609020204030204" pitchFamily="49" charset="0"/>
            </a:endParaRPr>
          </a:p>
          <a:p>
            <a:pPr marL="228600" lvl="1" indent="0">
              <a:buNone/>
            </a:pP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    where</a:t>
            </a:r>
            <a:r>
              <a:rPr lang="en-US" dirty="0">
                <a:latin typeface="Consolas" panose="020B0609020204030204" pitchFamily="49" charset="0"/>
              </a:rPr>
              <a:t> n &lt; 100</a:t>
            </a:r>
          </a:p>
          <a:p>
            <a:pPr marL="22860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)</a:t>
            </a:r>
          </a:p>
          <a:p>
            <a:pPr marL="228600" lvl="1" indent="0">
              <a:buNone/>
            </a:pP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select</a:t>
            </a:r>
            <a:r>
              <a:rPr lang="en-US" dirty="0">
                <a:latin typeface="Consolas" panose="020B0609020204030204" pitchFamily="49" charset="0"/>
              </a:rPr>
              <a:t> sum(n) </a:t>
            </a: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from</a:t>
            </a:r>
            <a:r>
              <a:rPr lang="en-US" dirty="0">
                <a:latin typeface="Consolas" panose="020B0609020204030204" pitchFamily="49" charset="0"/>
              </a:rPr>
              <a:t> t;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80012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A14CC5-4E75-CBA2-B9B0-FB81C9E8C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/>
              <a:t>Оконные функции</a:t>
            </a:r>
            <a:r>
              <a:rPr lang="en-US"/>
              <a:t>, over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AB979E-06C9-1EEB-C2A6-7D0B28C7C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Позволяют использовать агрегацию без </a:t>
            </a:r>
            <a:r>
              <a:rPr lang="en-US" dirty="0"/>
              <a:t>group by</a:t>
            </a:r>
            <a:endParaRPr lang="ru-RU" dirty="0"/>
          </a:p>
          <a:p>
            <a:r>
              <a:rPr lang="ru-RU" dirty="0"/>
              <a:t>Таблица сортируется, и по подряд идущим строкам в указанных границах выполняется вычисление</a:t>
            </a:r>
            <a:endParaRPr lang="en-US" dirty="0"/>
          </a:p>
          <a:p>
            <a:pPr marL="228600" lvl="1" indent="0">
              <a:buNone/>
            </a:pPr>
            <a:r>
              <a:rPr lang="ru-RU" i="1" dirty="0">
                <a:latin typeface="Consolas" panose="020B0609020204030204" pitchFamily="49" charset="0"/>
              </a:rPr>
              <a:t>функция</a:t>
            </a:r>
            <a:r>
              <a:rPr lang="en-US" i="1" dirty="0">
                <a:latin typeface="Consolas" panose="020B0609020204030204" pitchFamily="49" charset="0"/>
              </a:rPr>
              <a:t>()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en-US" b="1" dirty="0">
                <a:latin typeface="Consolas" panose="020B0609020204030204" pitchFamily="49" charset="0"/>
              </a:rPr>
              <a:t>over</a:t>
            </a:r>
            <a:r>
              <a:rPr lang="en-US" dirty="0">
                <a:latin typeface="Consolas" panose="020B0609020204030204" pitchFamily="49" charset="0"/>
              </a:rPr>
              <a:t> (</a:t>
            </a:r>
            <a:endParaRPr lang="ru-RU" dirty="0">
              <a:latin typeface="Consolas" panose="020B0609020204030204" pitchFamily="49" charset="0"/>
            </a:endParaRPr>
          </a:p>
          <a:p>
            <a:pPr marL="228600" lvl="1" indent="0">
              <a:buNone/>
            </a:pPr>
            <a:r>
              <a:rPr lang="ru-RU" dirty="0">
                <a:latin typeface="Consolas" panose="020B0609020204030204" pitchFamily="49" charset="0"/>
              </a:rPr>
              <a:t>  </a:t>
            </a:r>
            <a:r>
              <a:rPr lang="en-US" dirty="0">
                <a:latin typeface="Consolas" panose="020B0609020204030204" pitchFamily="49" charset="0"/>
              </a:rPr>
              <a:t>[</a:t>
            </a:r>
            <a:r>
              <a:rPr lang="en-US" b="1" dirty="0">
                <a:latin typeface="Consolas" panose="020B0609020204030204" pitchFamily="49" charset="0"/>
              </a:rPr>
              <a:t>partition by </a:t>
            </a:r>
            <a:r>
              <a:rPr lang="ru-RU" i="1" dirty="0">
                <a:latin typeface="Consolas" panose="020B0609020204030204" pitchFamily="49" charset="0"/>
              </a:rPr>
              <a:t>столбец</a:t>
            </a:r>
            <a:r>
              <a:rPr lang="en-US" i="1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ru-RU" i="1" dirty="0">
                <a:latin typeface="Consolas" panose="020B0609020204030204" pitchFamily="49" charset="0"/>
              </a:rPr>
              <a:t>столбец</a:t>
            </a:r>
            <a:r>
              <a:rPr lang="en-US" i="1" dirty="0">
                <a:latin typeface="Consolas" panose="020B0609020204030204" pitchFamily="49" charset="0"/>
              </a:rPr>
              <a:t>2</a:t>
            </a:r>
            <a:r>
              <a:rPr lang="en-US" dirty="0">
                <a:latin typeface="Consolas" panose="020B0609020204030204" pitchFamily="49" charset="0"/>
              </a:rPr>
              <a:t>]</a:t>
            </a:r>
            <a:endParaRPr lang="ru-RU" dirty="0">
              <a:latin typeface="Consolas" panose="020B0609020204030204" pitchFamily="49" charset="0"/>
            </a:endParaRPr>
          </a:p>
          <a:p>
            <a:pPr marL="228600" lvl="1" indent="0">
              <a:buNone/>
            </a:pPr>
            <a:r>
              <a:rPr lang="ru-RU" dirty="0">
                <a:latin typeface="Consolas" panose="020B0609020204030204" pitchFamily="49" charset="0"/>
              </a:rPr>
              <a:t>  </a:t>
            </a:r>
            <a:r>
              <a:rPr lang="en-US" dirty="0">
                <a:latin typeface="Consolas" panose="020B0609020204030204" pitchFamily="49" charset="0"/>
              </a:rPr>
              <a:t>[</a:t>
            </a:r>
            <a:r>
              <a:rPr lang="en-US" b="1" dirty="0">
                <a:latin typeface="Consolas" panose="020B0609020204030204" pitchFamily="49" charset="0"/>
              </a:rPr>
              <a:t>order by </a:t>
            </a:r>
            <a:r>
              <a:rPr lang="ru-RU" i="1" dirty="0">
                <a:latin typeface="Consolas" panose="020B0609020204030204" pitchFamily="49" charset="0"/>
              </a:rPr>
              <a:t>столбец</a:t>
            </a:r>
            <a:r>
              <a:rPr lang="en-US" i="1" dirty="0">
                <a:latin typeface="Consolas" panose="020B0609020204030204" pitchFamily="49" charset="0"/>
              </a:rPr>
              <a:t>3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[</a:t>
            </a:r>
            <a:r>
              <a:rPr lang="en-US" b="1" dirty="0">
                <a:latin typeface="Consolas" panose="020B0609020204030204" pitchFamily="49" charset="0"/>
              </a:rPr>
              <a:t>desc</a:t>
            </a:r>
            <a:r>
              <a:rPr lang="en-US" dirty="0">
                <a:latin typeface="Consolas" panose="020B0609020204030204" pitchFamily="49" charset="0"/>
              </a:rPr>
              <a:t>/</a:t>
            </a:r>
            <a:r>
              <a:rPr lang="en-US" b="1" dirty="0" err="1">
                <a:latin typeface="Consolas" panose="020B0609020204030204" pitchFamily="49" charset="0"/>
              </a:rPr>
              <a:t>asc</a:t>
            </a:r>
            <a:r>
              <a:rPr lang="en-US" dirty="0">
                <a:latin typeface="Consolas" panose="020B0609020204030204" pitchFamily="49" charset="0"/>
              </a:rPr>
              <a:t>]]</a:t>
            </a:r>
          </a:p>
          <a:p>
            <a:pPr marL="22860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  [</a:t>
            </a:r>
            <a:r>
              <a:rPr lang="en-US" b="1" dirty="0">
                <a:latin typeface="Consolas" panose="020B0609020204030204" pitchFamily="49" charset="0"/>
              </a:rPr>
              <a:t>rows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b="1" dirty="0">
                <a:latin typeface="Consolas" panose="020B0609020204030204" pitchFamily="49" charset="0"/>
              </a:rPr>
              <a:t>between</a:t>
            </a:r>
            <a:r>
              <a:rPr lang="en-US" dirty="0">
                <a:latin typeface="Consolas" panose="020B0609020204030204" pitchFamily="49" charset="0"/>
              </a:rPr>
              <a:t> ... </a:t>
            </a:r>
            <a:r>
              <a:rPr lang="en-US" b="1" dirty="0">
                <a:latin typeface="Consolas" panose="020B0609020204030204" pitchFamily="49" charset="0"/>
              </a:rPr>
              <a:t>and</a:t>
            </a:r>
            <a:r>
              <a:rPr lang="en-US" dirty="0">
                <a:latin typeface="Consolas" panose="020B0609020204030204" pitchFamily="49" charset="0"/>
              </a:rPr>
              <a:t> ...]</a:t>
            </a:r>
            <a:endParaRPr lang="ru-RU" dirty="0">
              <a:latin typeface="Consolas" panose="020B0609020204030204" pitchFamily="49" charset="0"/>
            </a:endParaRPr>
          </a:p>
          <a:p>
            <a:pPr marL="22860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)</a:t>
            </a:r>
          </a:p>
          <a:p>
            <a:r>
              <a:rPr lang="ru-RU" dirty="0"/>
              <a:t>Можно использовать обычные агрегаты </a:t>
            </a:r>
            <a:r>
              <a:rPr lang="en-US" dirty="0"/>
              <a:t>(sum, min, max, ...) </a:t>
            </a:r>
            <a:r>
              <a:rPr lang="ru-RU" dirty="0"/>
              <a:t>или специальные оконные функции (</a:t>
            </a:r>
            <a:r>
              <a:rPr lang="en-US" dirty="0"/>
              <a:t>lag, </a:t>
            </a:r>
            <a:r>
              <a:rPr lang="en-US" dirty="0" err="1"/>
              <a:t>row_number</a:t>
            </a:r>
            <a:r>
              <a:rPr lang="en-US" dirty="0"/>
              <a:t>, rank, </a:t>
            </a:r>
            <a:r>
              <a:rPr lang="en-US" dirty="0" err="1"/>
              <a:t>first_value</a:t>
            </a:r>
            <a:r>
              <a:rPr lang="en-US" dirty="0"/>
              <a:t>, </a:t>
            </a:r>
            <a:r>
              <a:rPr lang="en-US" dirty="0" err="1"/>
              <a:t>last_value</a:t>
            </a:r>
            <a:r>
              <a:rPr lang="en-US" dirty="0"/>
              <a:t>, ...)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99728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C3734B-43EF-DEEA-4FE1-D56B3CF5A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distinct on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0EF257-7217-74CE-EB1F-418D03BDDA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Альтернатива </a:t>
            </a:r>
            <a:r>
              <a:rPr lang="en-US" dirty="0"/>
              <a:t>group by</a:t>
            </a:r>
            <a:r>
              <a:rPr lang="ru-RU" dirty="0"/>
              <a:t>, чтобы гарантировать уникальность результата по значениям колонок</a:t>
            </a:r>
          </a:p>
          <a:p>
            <a:pPr marL="228600" lvl="1" indent="0">
              <a:buNone/>
            </a:pP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select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distinct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on</a:t>
            </a:r>
            <a:r>
              <a:rPr lang="en-US" dirty="0">
                <a:latin typeface="Consolas" panose="020B0609020204030204" pitchFamily="49" charset="0"/>
              </a:rPr>
              <a:t> (col1, col2, ...)</a:t>
            </a:r>
          </a:p>
          <a:p>
            <a:pPr marL="228600" lvl="1" indent="0">
              <a:buNone/>
            </a:pPr>
            <a:r>
              <a:rPr lang="ru-RU" dirty="0">
                <a:latin typeface="Consolas" panose="020B0609020204030204" pitchFamily="49" charset="0"/>
              </a:rPr>
              <a:t>  </a:t>
            </a:r>
            <a:r>
              <a:rPr lang="en-US" dirty="0">
                <a:latin typeface="Consolas" panose="020B0609020204030204" pitchFamily="49" charset="0"/>
              </a:rPr>
              <a:t>col1,</a:t>
            </a:r>
            <a:endParaRPr lang="ru-RU" dirty="0">
              <a:latin typeface="Consolas" panose="020B0609020204030204" pitchFamily="49" charset="0"/>
            </a:endParaRPr>
          </a:p>
          <a:p>
            <a:pPr marL="228600" lvl="1" indent="0">
              <a:buNone/>
            </a:pPr>
            <a:r>
              <a:rPr lang="ru-RU" dirty="0">
                <a:latin typeface="Consolas" panose="020B0609020204030204" pitchFamily="49" charset="0"/>
              </a:rPr>
              <a:t>  </a:t>
            </a:r>
            <a:r>
              <a:rPr lang="en-US" dirty="0">
                <a:latin typeface="Consolas" panose="020B0609020204030204" pitchFamily="49" charset="0"/>
              </a:rPr>
              <a:t>col2,</a:t>
            </a:r>
            <a:endParaRPr lang="ru-RU" dirty="0">
              <a:latin typeface="Consolas" panose="020B0609020204030204" pitchFamily="49" charset="0"/>
            </a:endParaRPr>
          </a:p>
          <a:p>
            <a:pPr marL="228600" lvl="1" indent="0">
              <a:buNone/>
            </a:pPr>
            <a:r>
              <a:rPr lang="ru-RU" dirty="0">
                <a:latin typeface="Consolas" panose="020B0609020204030204" pitchFamily="49" charset="0"/>
              </a:rPr>
              <a:t>  </a:t>
            </a:r>
            <a:r>
              <a:rPr lang="en-US" dirty="0">
                <a:latin typeface="Consolas" panose="020B0609020204030204" pitchFamily="49" charset="0"/>
              </a:rPr>
              <a:t>...</a:t>
            </a:r>
          </a:p>
          <a:p>
            <a:pPr marL="228600" lvl="1" indent="0">
              <a:buNone/>
            </a:pP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from</a:t>
            </a:r>
            <a:r>
              <a:rPr lang="en-US" dirty="0">
                <a:latin typeface="Consolas" panose="020B0609020204030204" pitchFamily="49" charset="0"/>
              </a:rPr>
              <a:t> ...</a:t>
            </a:r>
          </a:p>
          <a:p>
            <a:pPr marL="228600" lvl="1" indent="0">
              <a:buNone/>
            </a:pP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-- </a:t>
            </a:r>
            <a:r>
              <a:rPr lang="ru-RU" dirty="0">
                <a:solidFill>
                  <a:srgbClr val="00B050"/>
                </a:solidFill>
                <a:latin typeface="Consolas" panose="020B0609020204030204" pitchFamily="49" charset="0"/>
              </a:rPr>
              <a:t>сохраняем порядок столбцов</a:t>
            </a:r>
            <a:endParaRPr lang="en-US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 marL="228600" lvl="1" indent="0">
              <a:buNone/>
            </a:pP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order by </a:t>
            </a:r>
            <a:r>
              <a:rPr lang="en-US" dirty="0">
                <a:latin typeface="Consolas" panose="020B0609020204030204" pitchFamily="49" charset="0"/>
              </a:rPr>
              <a:t>col1, col2, </a:t>
            </a:r>
            <a:r>
              <a:rPr lang="en-US" dirty="0" err="1">
                <a:latin typeface="Consolas" panose="020B0609020204030204" pitchFamily="49" charset="0"/>
              </a:rPr>
              <a:t>sort_col</a:t>
            </a:r>
            <a:endParaRPr lang="ru-RU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16656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3A958B-8A86-33BE-6DA7-FBF9669D7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Индексы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D03535-0AF6-4318-9841-E27513BC6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Индекс – специальная структура, ускоряющая выборку данных из таблицы</a:t>
            </a:r>
            <a:r>
              <a:rPr lang="en-US" dirty="0"/>
              <a:t>/view</a:t>
            </a:r>
            <a:r>
              <a:rPr lang="ru-RU" dirty="0"/>
              <a:t>.</a:t>
            </a:r>
          </a:p>
          <a:p>
            <a:r>
              <a:rPr lang="ru-RU" dirty="0"/>
              <a:t>Индекс строится по одному или нескольким столбцам.</a:t>
            </a:r>
          </a:p>
          <a:p>
            <a:r>
              <a:rPr lang="ru-RU" dirty="0"/>
              <a:t>Главное – упорядочить данные, чтобы можно было быстро найти нужное. Это может быть прямая сортировка, дерево, хэш и др.</a:t>
            </a:r>
          </a:p>
          <a:p>
            <a:r>
              <a:rPr lang="ru-RU" dirty="0"/>
              <a:t>Индекс – это дополнительные затраты памяти и времени на вставку/удаление/редактирование строк.</a:t>
            </a:r>
          </a:p>
          <a:p>
            <a:r>
              <a:rPr lang="ru-RU" dirty="0"/>
              <a:t>При выборке может быть использован как индекс, так и полное сканирование таблицы. Как правило, если запрос фильтрует небольшое число записей (100 строк из 1 млн.), то индекс. Т.е. при выполнении запроса он анализируется и выбирается стратегия выполнения.</a:t>
            </a:r>
          </a:p>
          <a:p>
            <a:r>
              <a:rPr lang="ru-RU" dirty="0"/>
              <a:t>Реализация индексации </a:t>
            </a:r>
            <a:r>
              <a:rPr lang="ru-RU" b="1" dirty="0"/>
              <a:t>в разных СУБД сильно отличается.</a:t>
            </a:r>
          </a:p>
        </p:txBody>
      </p:sp>
    </p:spTree>
    <p:extLst>
      <p:ext uri="{BB962C8B-B14F-4D97-AF65-F5344CB8AC3E}">
        <p14:creationId xmlns:p14="http://schemas.microsoft.com/office/powerpoint/2010/main" val="3324141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4E4BF6-CC84-BDF2-C279-421C5F53B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Виды индексов в </a:t>
            </a:r>
            <a:r>
              <a:rPr lang="en-US" dirty="0"/>
              <a:t>Postgres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7577F9-C6D0-C1F7-FA93-924A00693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B-tree</a:t>
            </a:r>
            <a:r>
              <a:rPr lang="en-US" dirty="0"/>
              <a:t> – </a:t>
            </a:r>
            <a:r>
              <a:rPr lang="ru-RU" dirty="0"/>
              <a:t>сбалансированное дерево. По умолчанию. Подходит для простых сортируемых данных (числа, даты-время, текст). Работает с условиями на равенство/неравенство (</a:t>
            </a:r>
            <a:r>
              <a:rPr lang="en-US" dirty="0"/>
              <a:t>&lt; &gt; = &gt;= &lt;=</a:t>
            </a:r>
            <a:r>
              <a:rPr lang="ru-RU" dirty="0"/>
              <a:t>).</a:t>
            </a:r>
          </a:p>
          <a:p>
            <a:r>
              <a:rPr lang="en-US" b="1" dirty="0"/>
              <a:t>Hash</a:t>
            </a:r>
            <a:r>
              <a:rPr lang="en-US" dirty="0"/>
              <a:t> - </a:t>
            </a:r>
            <a:r>
              <a:rPr lang="ru-RU" dirty="0"/>
              <a:t>хранят 32-битный хеш-код, полученный из значения индексированного столбца, поэтому хеш-индексы работают только с простыми условиями равенства. Хорошо подходит для внешних ключей. Не может быть составным.</a:t>
            </a:r>
          </a:p>
          <a:p>
            <a:r>
              <a:rPr lang="en-US" b="1" dirty="0" err="1"/>
              <a:t>GiST</a:t>
            </a:r>
            <a:r>
              <a:rPr lang="ru-RU" b="1" dirty="0"/>
              <a:t>, </a:t>
            </a:r>
            <a:r>
              <a:rPr lang="en-US" b="1" dirty="0"/>
              <a:t>SP-</a:t>
            </a:r>
            <a:r>
              <a:rPr lang="en-US" b="1" dirty="0" err="1"/>
              <a:t>GiST</a:t>
            </a:r>
            <a:r>
              <a:rPr lang="ru-RU" b="1" dirty="0"/>
              <a:t>, </a:t>
            </a:r>
            <a:r>
              <a:rPr lang="en-US" b="1" dirty="0"/>
              <a:t>GIN </a:t>
            </a:r>
            <a:r>
              <a:rPr lang="ru-RU" dirty="0"/>
              <a:t>– специальные индексы для сложных структур данных, например, массивов и координат.</a:t>
            </a:r>
          </a:p>
          <a:p>
            <a:r>
              <a:rPr lang="en-US" b="1" dirty="0"/>
              <a:t>BRIN-</a:t>
            </a:r>
            <a:r>
              <a:rPr lang="ru-RU" b="1" dirty="0"/>
              <a:t>индексы </a:t>
            </a:r>
            <a:r>
              <a:rPr lang="ru-RU" dirty="0"/>
              <a:t>(</a:t>
            </a:r>
            <a:r>
              <a:rPr lang="en-US" dirty="0"/>
              <a:t>Block Range </a:t>
            </a:r>
            <a:r>
              <a:rPr lang="en-US" dirty="0" err="1"/>
              <a:t>INdexes</a:t>
            </a:r>
            <a:r>
              <a:rPr lang="en-US" dirty="0"/>
              <a:t>, </a:t>
            </a:r>
            <a:r>
              <a:rPr lang="ru-RU" dirty="0"/>
              <a:t>Индексы зон блоков) – разделяет значения в порядке их физического расположения на блоки "от-до". Наиболее эффективны для столбцов, значения в которых хорошо коррелируют с физическим порядком столбцов таблицы (например, дата создания).</a:t>
            </a:r>
          </a:p>
          <a:p>
            <a:r>
              <a:rPr lang="ru-RU" dirty="0"/>
              <a:t>Порядок столбцов в индексе важен, самый эффективный поиск по первому.</a:t>
            </a:r>
          </a:p>
          <a:p>
            <a:r>
              <a:rPr lang="en-US" dirty="0"/>
              <a:t>UNIQUE INDEX </a:t>
            </a:r>
            <a:r>
              <a:rPr lang="ru-RU" dirty="0"/>
              <a:t> (только </a:t>
            </a:r>
            <a:r>
              <a:rPr lang="en-US" dirty="0"/>
              <a:t>B-tree) – </a:t>
            </a:r>
            <a:r>
              <a:rPr lang="ru-RU" dirty="0"/>
              <a:t>требование уникальности значений в ключе индекса. </a:t>
            </a:r>
          </a:p>
          <a:p>
            <a:r>
              <a:rPr lang="ru-RU" dirty="0"/>
              <a:t>Когда для таблицы определяется ограничение уникальности или первичный ключ, </a:t>
            </a:r>
            <a:r>
              <a:rPr lang="ru-RU" dirty="0" err="1"/>
              <a:t>PostgreSQL</a:t>
            </a:r>
            <a:r>
              <a:rPr lang="ru-RU" dirty="0"/>
              <a:t> автоматически создаёт уникальный индекс по всем столбцам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13322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EFC9B4-F305-B626-F212-5D5E915AD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Кластеризованный</a:t>
            </a:r>
            <a:r>
              <a:rPr lang="ru-RU" dirty="0"/>
              <a:t> индекс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4C5EAE3-F89F-B101-2CF0-FA516E035A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Обычные индексы хранятся отдельно от таблиц, в виде указателей на страницы/строки в файле таблицы. На сами данные в таблицах они никак не влияют.</a:t>
            </a:r>
          </a:p>
          <a:p>
            <a:r>
              <a:rPr lang="ru-RU" dirty="0" err="1"/>
              <a:t>Кластеризованный</a:t>
            </a:r>
            <a:r>
              <a:rPr lang="ru-RU" dirty="0"/>
              <a:t> индекс определяет физический порядок строк в таблице. Соответственно, </a:t>
            </a:r>
            <a:r>
              <a:rPr lang="ru-RU" dirty="0" err="1"/>
              <a:t>кластеризованный</a:t>
            </a:r>
            <a:r>
              <a:rPr lang="ru-RU" dirty="0"/>
              <a:t> индекс может быть у таблицы только один.</a:t>
            </a:r>
          </a:p>
          <a:p>
            <a:r>
              <a:rPr lang="ru-RU" dirty="0"/>
              <a:t>Специальный тип – колоночный </a:t>
            </a:r>
            <a:r>
              <a:rPr lang="en-US" dirty="0"/>
              <a:t>(</a:t>
            </a:r>
            <a:r>
              <a:rPr lang="en-US" dirty="0" err="1"/>
              <a:t>columnstore</a:t>
            </a:r>
            <a:r>
              <a:rPr lang="en-US" dirty="0"/>
              <a:t>) </a:t>
            </a:r>
            <a:r>
              <a:rPr lang="ru-RU" dirty="0"/>
              <a:t>индекс. Подходит для очень больших таблиц. Вместо построчного хранения, использует хранение по колонкам (физически в файле подряд идут значения каждого столбца, а не каждой строки).</a:t>
            </a:r>
          </a:p>
          <a:p>
            <a:r>
              <a:rPr lang="en-US" dirty="0"/>
              <a:t>Postgres </a:t>
            </a:r>
            <a:r>
              <a:rPr lang="ru-RU" dirty="0"/>
              <a:t>не поддерживает колоночное хранение. </a:t>
            </a:r>
            <a:r>
              <a:rPr lang="ru-RU" dirty="0" err="1"/>
              <a:t>Кластеризованные</a:t>
            </a:r>
            <a:r>
              <a:rPr lang="ru-RU" dirty="0"/>
              <a:t> индексы реализованы ограниченно: команда </a:t>
            </a:r>
            <a:r>
              <a:rPr lang="en-US" dirty="0"/>
              <a:t>cluster </a:t>
            </a:r>
            <a:r>
              <a:rPr lang="ru-RU" dirty="0"/>
              <a:t>переорганизует строки в таблице согласно индексу, но если потом добавить новые строки – они добавятся в конец, а не по порядку.</a:t>
            </a:r>
          </a:p>
        </p:txBody>
      </p:sp>
    </p:spTree>
    <p:extLst>
      <p:ext uri="{BB962C8B-B14F-4D97-AF65-F5344CB8AC3E}">
        <p14:creationId xmlns:p14="http://schemas.microsoft.com/office/powerpoint/2010/main" val="26281798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82330F-5D0E-202B-7C17-B15D89BDD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Columnstore</a:t>
            </a:r>
            <a:r>
              <a:rPr lang="en-US" dirty="0"/>
              <a:t> index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D251447-BEE8-59DC-564F-ACF4181DF2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8347" y="1174338"/>
            <a:ext cx="9488224" cy="250542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8B705CC-94D7-9F7C-FD13-EBE74F762C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5230" y="3867088"/>
            <a:ext cx="9421540" cy="233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83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5FBFA8-5519-F371-8758-BA16D966C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Хранение таблиц в виде отдельных файлов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20D9DBC-387F-8EF8-FB54-5CEA267498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102" y="1373861"/>
            <a:ext cx="10621796" cy="483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2410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651ED1-3C6B-85C7-5BC5-41B661B0D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Таблицы в виде файлов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A84DC2-B62E-281A-453F-13DD4749D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741" y="1082851"/>
            <a:ext cx="3018138" cy="5340003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Основной файл </a:t>
            </a:r>
            <a:r>
              <a:rPr lang="en-US" dirty="0"/>
              <a:t>Heap File (</a:t>
            </a:r>
            <a:r>
              <a:rPr lang="ru-RU" dirty="0"/>
              <a:t>до 1Гб) делится на страницы по 8Кб, строки помещаются в страницы подряд</a:t>
            </a:r>
          </a:p>
          <a:p>
            <a:r>
              <a:rPr lang="ru-RU" dirty="0"/>
              <a:t>Файл FSM — Free Space </a:t>
            </a:r>
            <a:r>
              <a:rPr lang="ru-RU" dirty="0" err="1"/>
              <a:t>Map</a:t>
            </a:r>
            <a:r>
              <a:rPr lang="ru-RU" dirty="0"/>
              <a:t>, помогает серверу понять, куда можно сохранить данные, вместо того, чтобы сканировать все страницы таблиц в поисках свободного места.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F724212-B2EC-96F6-5140-FB9F6C392F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6878" y="1063212"/>
            <a:ext cx="8007282" cy="4731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52230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B4F004-AA1E-1847-4894-33439FB78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TOAST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B2953B5-607E-5E46-1616-39BF5FBC2D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БД могут храниться большие объекты – файлы, тексты, </a:t>
            </a:r>
            <a:r>
              <a:rPr lang="en-US" dirty="0"/>
              <a:t>JSON</a:t>
            </a:r>
            <a:endParaRPr lang="ru-RU" dirty="0"/>
          </a:p>
          <a:p>
            <a:r>
              <a:rPr lang="ru-RU" dirty="0"/>
              <a:t>Тогда 1 строка может не умещаться в страницу</a:t>
            </a:r>
          </a:p>
          <a:p>
            <a:r>
              <a:rPr lang="ru-RU" dirty="0"/>
              <a:t>механизм TOAST — The </a:t>
            </a:r>
            <a:r>
              <a:rPr lang="ru-RU" dirty="0" err="1"/>
              <a:t>Oversized-Attribute</a:t>
            </a:r>
            <a:r>
              <a:rPr lang="ru-RU" dirty="0"/>
              <a:t> Storage </a:t>
            </a:r>
            <a:r>
              <a:rPr lang="ru-RU" dirty="0" err="1"/>
              <a:t>Technique</a:t>
            </a:r>
            <a:r>
              <a:rPr lang="ru-RU" dirty="0"/>
              <a:t>.</a:t>
            </a:r>
          </a:p>
          <a:p>
            <a:r>
              <a:rPr lang="ru-RU" dirty="0"/>
              <a:t>Каждая таблица имеет ассоциированную с ней TOAST-таблицу, в которой хранятся большие значения, нарезанные фрагментами по 2КБ.</a:t>
            </a:r>
          </a:p>
          <a:p>
            <a:r>
              <a:rPr lang="ru-RU" dirty="0"/>
              <a:t>В исходной таблице вместо значения помещается ссылка на место в TOAST-таблице, где хранятся реальные значения.</a:t>
            </a:r>
          </a:p>
        </p:txBody>
      </p:sp>
    </p:spTree>
    <p:extLst>
      <p:ext uri="{BB962C8B-B14F-4D97-AF65-F5344CB8AC3E}">
        <p14:creationId xmlns:p14="http://schemas.microsoft.com/office/powerpoint/2010/main" val="37004003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92FAA2-666F-C036-7162-46ED5368D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Когда индексы не нужны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AFC6A3B-F3BC-1E5E-9E5F-0EBF26C44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отдельных случаях индексы не принято использовать в принципе. К ним относятся:</a:t>
            </a:r>
            <a:endParaRPr lang="en-US" dirty="0"/>
          </a:p>
          <a:p>
            <a:pPr lvl="1"/>
            <a:r>
              <a:rPr lang="ru-RU" dirty="0"/>
              <a:t>небольшие таблицы — не будет эффекта</a:t>
            </a:r>
            <a:endParaRPr lang="en-US" dirty="0"/>
          </a:p>
          <a:p>
            <a:pPr lvl="1"/>
            <a:r>
              <a:rPr lang="ru-RU" dirty="0"/>
              <a:t>таблицы с частыми массовыми изменениями UPDATE и INSERT — потому что индексы тоже требуют перестройки, и это будет неэффективно</a:t>
            </a:r>
            <a:endParaRPr lang="en-US" dirty="0"/>
          </a:p>
          <a:p>
            <a:pPr lvl="1"/>
            <a:r>
              <a:rPr lang="ru-RU" dirty="0"/>
              <a:t>разреженные данные с большим количеством значений NULL</a:t>
            </a:r>
            <a:endParaRPr lang="en-US" dirty="0"/>
          </a:p>
          <a:p>
            <a:pPr lvl="1"/>
            <a:r>
              <a:rPr lang="ru-RU" dirty="0"/>
              <a:t>столбцы со сложными типами данных </a:t>
            </a:r>
            <a:r>
              <a:rPr lang="ru-RU" dirty="0" err="1"/>
              <a:t>image</a:t>
            </a:r>
            <a:r>
              <a:rPr lang="ru-RU" dirty="0"/>
              <a:t>, </a:t>
            </a:r>
            <a:r>
              <a:rPr lang="ru-RU" dirty="0" err="1"/>
              <a:t>text</a:t>
            </a:r>
            <a:r>
              <a:rPr lang="ru-RU" dirty="0"/>
              <a:t> или </a:t>
            </a:r>
            <a:r>
              <a:rPr lang="ru-RU" dirty="0" err="1"/>
              <a:t>varchar</a:t>
            </a:r>
            <a:r>
              <a:rPr lang="ru-RU" dirty="0"/>
              <a:t>(</a:t>
            </a:r>
            <a:r>
              <a:rPr lang="ru-RU" dirty="0" err="1"/>
              <a:t>max</a:t>
            </a:r>
            <a:r>
              <a:rPr lang="ru-RU" dirty="0"/>
              <a:t>) — индексация займет слишком много времени</a:t>
            </a:r>
          </a:p>
          <a:p>
            <a:pPr lvl="1"/>
            <a:r>
              <a:rPr lang="ru-RU" dirty="0"/>
              <a:t>индексы, нужные только для редко выполняемых запросов</a:t>
            </a:r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291879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EAD6AE-847F-D79B-3957-82AB22B39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explain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B95C6D2-C235-B68A-B52C-F5C211AE8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Выводит план выполнения запроса с оценкой стоимости каждого этапа.</a:t>
            </a:r>
          </a:p>
          <a:p>
            <a:r>
              <a:rPr lang="ru-RU" dirty="0"/>
              <a:t>Можно найти узкие места и проверить использование индексов.</a:t>
            </a:r>
          </a:p>
          <a:p>
            <a:r>
              <a:rPr lang="en-US" dirty="0"/>
              <a:t>explain </a:t>
            </a:r>
            <a:r>
              <a:rPr lang="ru-RU" dirty="0"/>
              <a:t>– предполагаемый план</a:t>
            </a:r>
          </a:p>
          <a:p>
            <a:r>
              <a:rPr lang="en-US" dirty="0"/>
              <a:t>explain analyze </a:t>
            </a:r>
            <a:r>
              <a:rPr lang="ru-RU" dirty="0"/>
              <a:t>– фактический запуск и замер времени выполнения</a:t>
            </a:r>
          </a:p>
        </p:txBody>
      </p:sp>
    </p:spTree>
    <p:extLst>
      <p:ext uri="{BB962C8B-B14F-4D97-AF65-F5344CB8AC3E}">
        <p14:creationId xmlns:p14="http://schemas.microsoft.com/office/powerpoint/2010/main" val="8185465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каймление">
  <a:themeElements>
    <a:clrScheme name="Другая 1">
      <a:dk1>
        <a:srgbClr val="141414"/>
      </a:dk1>
      <a:lt1>
        <a:srgbClr val="FFFFFF"/>
      </a:lt1>
      <a:dk2>
        <a:srgbClr val="002060"/>
      </a:dk2>
      <a:lt2>
        <a:srgbClr val="00B7FF"/>
      </a:lt2>
      <a:accent1>
        <a:srgbClr val="CF8CDC"/>
      </a:accent1>
      <a:accent2>
        <a:srgbClr val="35B16D"/>
      </a:accent2>
      <a:accent3>
        <a:srgbClr val="BEDE58"/>
      </a:accent3>
      <a:accent4>
        <a:srgbClr val="769AEA"/>
      </a:accent4>
      <a:accent5>
        <a:srgbClr val="EEA358"/>
      </a:accent5>
      <a:accent6>
        <a:srgbClr val="598F95"/>
      </a:accent6>
      <a:hlink>
        <a:srgbClr val="0070C0"/>
      </a:hlink>
      <a:folHlink>
        <a:srgbClr val="7030A0"/>
      </a:folHlink>
    </a:clrScheme>
    <a:fontScheme name="Teamscore">
      <a:majorFont>
        <a:latin typeface="Rawline SemiBold"/>
        <a:ea typeface=""/>
        <a:cs typeface=""/>
      </a:majorFont>
      <a:minorFont>
        <a:latin typeface="Rawline"/>
        <a:ea typeface=""/>
        <a:cs typeface=""/>
      </a:minorFont>
    </a:fontScheme>
    <a:fmtScheme name="Окаймлени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B7CF026C-957E-4F4E-893C-D02C23AB6317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0B0F712BFA97D34087CB680683BA5EA0" ma:contentTypeVersion="7" ma:contentTypeDescription="Создание документа." ma:contentTypeScope="" ma:versionID="b672df4cf717814188d7b5d533b8fdb7">
  <xsd:schema xmlns:xsd="http://www.w3.org/2001/XMLSchema" xmlns:xs="http://www.w3.org/2001/XMLSchema" xmlns:p="http://schemas.microsoft.com/office/2006/metadata/properties" xmlns:ns2="9f70573d-11ac-4912-b01a-109087d151f5" targetNamespace="http://schemas.microsoft.com/office/2006/metadata/properties" ma:root="true" ma:fieldsID="0f53d06d25aa28179db5084bd02b4c1a" ns2:_="">
    <xsd:import namespace="9f70573d-11ac-4912-b01a-109087d151f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70573d-11ac-4912-b01a-109087d151f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E8EAEB7-6DC6-4A85-97BE-0E93CAD87645}">
  <ds:schemaRefs>
    <ds:schemaRef ds:uri="http://www.w3.org/XML/1998/namespace"/>
    <ds:schemaRef ds:uri="http://schemas.openxmlformats.org/package/2006/metadata/core-properties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purl.org/dc/terms/"/>
    <ds:schemaRef ds:uri="http://purl.org/dc/elements/1.1/"/>
    <ds:schemaRef ds:uri="http://schemas.microsoft.com/office/infopath/2007/PartnerControls"/>
    <ds:schemaRef ds:uri="9f70573d-11ac-4912-b01a-109087d151f5"/>
  </ds:schemaRefs>
</ds:datastoreItem>
</file>

<file path=customXml/itemProps2.xml><?xml version="1.0" encoding="utf-8"?>
<ds:datastoreItem xmlns:ds="http://schemas.openxmlformats.org/officeDocument/2006/customXml" ds:itemID="{65420F0F-0EE8-4507-9E46-C69888F8A26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f70573d-11ac-4912-b01a-109087d151f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2914701-0229-4275-B44A-A50EA9D8822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Окаймление</Template>
  <TotalTime>2939</TotalTime>
  <Words>982</Words>
  <Application>Microsoft Office PowerPoint</Application>
  <PresentationFormat>Широкоэкранный</PresentationFormat>
  <Paragraphs>94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1" baseType="lpstr">
      <vt:lpstr>Arial</vt:lpstr>
      <vt:lpstr>Consolas</vt:lpstr>
      <vt:lpstr>Rawline</vt:lpstr>
      <vt:lpstr>Rawline SemiBold</vt:lpstr>
      <vt:lpstr>Wingdings</vt:lpstr>
      <vt:lpstr>Окаймление</vt:lpstr>
      <vt:lpstr>Java05 – Базы данных. With, оконные функции, индексы, оптимизация</vt:lpstr>
      <vt:lpstr>Демо - Booking </vt:lpstr>
      <vt:lpstr>with, CTE</vt:lpstr>
      <vt:lpstr>Рекурсивные запросы</vt:lpstr>
      <vt:lpstr>Оконные функции, over</vt:lpstr>
      <vt:lpstr>distinct on</vt:lpstr>
      <vt:lpstr>Индексы</vt:lpstr>
      <vt:lpstr>Виды индексов в Postgres</vt:lpstr>
      <vt:lpstr>Кластеризованный индекс</vt:lpstr>
      <vt:lpstr>Columnstore index</vt:lpstr>
      <vt:lpstr>Хранение таблиц в виде отдельных файлов</vt:lpstr>
      <vt:lpstr>Таблицы в виде файлов</vt:lpstr>
      <vt:lpstr>TOAST</vt:lpstr>
      <vt:lpstr>Когда индексы не нужны</vt:lpstr>
      <vt:lpstr>explain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 Java</dc:title>
  <dc:creator>Анастасия Коробецкая</dc:creator>
  <cp:lastModifiedBy>Анастасия Коробецкая</cp:lastModifiedBy>
  <cp:revision>166</cp:revision>
  <dcterms:created xsi:type="dcterms:W3CDTF">2022-11-07T10:23:53Z</dcterms:created>
  <dcterms:modified xsi:type="dcterms:W3CDTF">2026-03-18T12:22:16Z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0x0101000B0F712BFA97D34087CB680683BA5EA0</vt:lpwstr>
  </property>
</Properties>
</file>