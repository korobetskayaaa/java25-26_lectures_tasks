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4"/>
  </p:sldMasterIdLst>
  <p:notesMasterIdLst>
    <p:notesMasterId r:id="rId28"/>
  </p:notesMasterIdLst>
  <p:sldIdLst>
    <p:sldId id="256" r:id="rId5"/>
    <p:sldId id="324" r:id="rId6"/>
    <p:sldId id="333" r:id="rId7"/>
    <p:sldId id="296" r:id="rId8"/>
    <p:sldId id="334" r:id="rId9"/>
    <p:sldId id="323" r:id="rId10"/>
    <p:sldId id="291" r:id="rId11"/>
    <p:sldId id="293" r:id="rId12"/>
    <p:sldId id="294" r:id="rId13"/>
    <p:sldId id="301" r:id="rId14"/>
    <p:sldId id="300" r:id="rId15"/>
    <p:sldId id="303" r:id="rId16"/>
    <p:sldId id="304" r:id="rId17"/>
    <p:sldId id="308" r:id="rId18"/>
    <p:sldId id="309" r:id="rId19"/>
    <p:sldId id="310" r:id="rId20"/>
    <p:sldId id="311" r:id="rId21"/>
    <p:sldId id="314" r:id="rId22"/>
    <p:sldId id="315" r:id="rId23"/>
    <p:sldId id="317" r:id="rId24"/>
    <p:sldId id="318" r:id="rId25"/>
    <p:sldId id="319" r:id="rId26"/>
    <p:sldId id="32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32F"/>
    <a:srgbClr val="3333CC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26E9E-C9C9-4216-98D0-52E8E7C2E0E4}" v="54" dt="2022-11-07T11:11:56.381"/>
    <p1510:client id="{D305E02F-D4CB-40EF-8E11-6F1F8A188380}" v="2" dt="2022-11-07T11:58:18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122" autoAdjust="0"/>
  </p:normalViewPr>
  <p:slideViewPr>
    <p:cSldViewPr snapToGrid="0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астасия Коробецкая" userId="9fe37188-348c-49f0-8008-a466955ee907" providerId="ADAL" clId="{B2726E9E-C9C9-4216-98D0-52E8E7C2E0E4}"/>
    <pc:docChg chg="undo custSel addSld modSld sldOrd modMainMaster">
      <pc:chgData name="Анастасия Коробецкая" userId="9fe37188-348c-49f0-8008-a466955ee907" providerId="ADAL" clId="{B2726E9E-C9C9-4216-98D0-52E8E7C2E0E4}" dt="2022-11-07T11:22:31.036" v="1324" actId="1076"/>
      <pc:docMkLst>
        <pc:docMk/>
      </pc:docMkLst>
      <pc:sldChg chg="modSp new mod">
        <pc:chgData name="Анастасия Коробецкая" userId="9fe37188-348c-49f0-8008-a466955ee907" providerId="ADAL" clId="{B2726E9E-C9C9-4216-98D0-52E8E7C2E0E4}" dt="2022-11-07T10:32:19.610" v="28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3" creationId="{2971B750-910B-6CB3-B4F5-4179D6B00F05}"/>
          </ac:spMkLst>
        </pc:spChg>
      </pc:sldChg>
      <pc:sldChg chg="addSp modSp new mod">
        <pc:chgData name="Анастасия Коробецкая" userId="9fe37188-348c-49f0-8008-a466955ee907" providerId="ADAL" clId="{B2726E9E-C9C9-4216-98D0-52E8E7C2E0E4}" dt="2022-11-07T10:39:52.715" v="177" actId="13240"/>
        <pc:sldMkLst>
          <pc:docMk/>
          <pc:sldMk cId="3209408932" sldId="257"/>
        </pc:sldMkLst>
        <pc:spChg chg="mod">
          <ac:chgData name="Анастасия Коробецкая" userId="9fe37188-348c-49f0-8008-a466955ee907" providerId="ADAL" clId="{B2726E9E-C9C9-4216-98D0-52E8E7C2E0E4}" dt="2022-11-07T10:36:07.506" v="61" actId="20577"/>
          <ac:spMkLst>
            <pc:docMk/>
            <pc:sldMk cId="3209408932" sldId="257"/>
            <ac:spMk id="2" creationId="{3ED89B6E-5D4A-F8EB-A984-58654302BC66}"/>
          </ac:spMkLst>
        </pc:spChg>
        <pc:graphicFrameChg chg="add mod modGraphic">
          <ac:chgData name="Анастасия Коробецкая" userId="9fe37188-348c-49f0-8008-a466955ee907" providerId="ADAL" clId="{B2726E9E-C9C9-4216-98D0-52E8E7C2E0E4}" dt="2022-11-07T10:39:52.715" v="177" actId="13240"/>
          <ac:graphicFrameMkLst>
            <pc:docMk/>
            <pc:sldMk cId="3209408932" sldId="257"/>
            <ac:graphicFrameMk id="3" creationId="{E49C3C8C-4A88-910A-8930-6F7449E44D89}"/>
          </ac:graphicFrameMkLst>
        </pc:graphicFrameChg>
      </pc:sldChg>
      <pc:sldChg chg="modSp new mod">
        <pc:chgData name="Анастасия Коробецкая" userId="9fe37188-348c-49f0-8008-a466955ee907" providerId="ADAL" clId="{B2726E9E-C9C9-4216-98D0-52E8E7C2E0E4}" dt="2022-11-07T10:58:40.635" v="525" actId="20577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B2726E9E-C9C9-4216-98D0-52E8E7C2E0E4}" dt="2022-11-07T10:40:11.421" v="191" actId="20577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B2726E9E-C9C9-4216-98D0-52E8E7C2E0E4}" dt="2022-11-07T10:58:40.635" v="525" actId="20577"/>
          <ac:spMkLst>
            <pc:docMk/>
            <pc:sldMk cId="4205047303" sldId="258"/>
            <ac:spMk id="3" creationId="{46C3A537-A53C-DA04-6D6C-E605E2CC9BE6}"/>
          </ac:spMkLst>
        </pc:spChg>
      </pc:sldChg>
      <pc:sldChg chg="modSp new mod ord">
        <pc:chgData name="Анастасия Коробецкая" userId="9fe37188-348c-49f0-8008-a466955ee907" providerId="ADAL" clId="{B2726E9E-C9C9-4216-98D0-52E8E7C2E0E4}" dt="2022-11-07T11:04:31.772" v="670"/>
        <pc:sldMkLst>
          <pc:docMk/>
          <pc:sldMk cId="178578277" sldId="259"/>
        </pc:sldMkLst>
        <pc:spChg chg="mod">
          <ac:chgData name="Анастасия Коробецкая" userId="9fe37188-348c-49f0-8008-a466955ee907" providerId="ADAL" clId="{B2726E9E-C9C9-4216-98D0-52E8E7C2E0E4}" dt="2022-11-07T10:42:48.996" v="441" actId="20577"/>
          <ac:spMkLst>
            <pc:docMk/>
            <pc:sldMk cId="178578277" sldId="259"/>
            <ac:spMk id="2" creationId="{7052A7CF-7896-AD79-48C0-128AEE84B3D3}"/>
          </ac:spMkLst>
        </pc:spChg>
        <pc:spChg chg="mod">
          <ac:chgData name="Анастасия Коробецкая" userId="9fe37188-348c-49f0-8008-a466955ee907" providerId="ADAL" clId="{B2726E9E-C9C9-4216-98D0-52E8E7C2E0E4}" dt="2022-11-07T11:00:32.228" v="547"/>
          <ac:spMkLst>
            <pc:docMk/>
            <pc:sldMk cId="178578277" sldId="259"/>
            <ac:spMk id="3" creationId="{7D81D21E-F427-8C17-76B7-8CB2241926A3}"/>
          </ac:spMkLst>
        </pc:spChg>
      </pc:sldChg>
      <pc:sldChg chg="addSp delSp modSp new mod ord">
        <pc:chgData name="Анастасия Коробецкая" userId="9fe37188-348c-49f0-8008-a466955ee907" providerId="ADAL" clId="{B2726E9E-C9C9-4216-98D0-52E8E7C2E0E4}" dt="2022-11-07T11:22:31.036" v="1324" actId="1076"/>
        <pc:sldMkLst>
          <pc:docMk/>
          <pc:sldMk cId="2993561717" sldId="260"/>
        </pc:sldMkLst>
        <pc:spChg chg="mod">
          <ac:chgData name="Анастасия Коробецкая" userId="9fe37188-348c-49f0-8008-a466955ee907" providerId="ADAL" clId="{B2726E9E-C9C9-4216-98D0-52E8E7C2E0E4}" dt="2022-11-07T11:04:35.324" v="678" actId="20577"/>
          <ac:spMkLst>
            <pc:docMk/>
            <pc:sldMk cId="2993561717" sldId="260"/>
            <ac:spMk id="2" creationId="{858339BC-34CA-72E0-BF21-A0FE847337E9}"/>
          </ac:spMkLst>
        </pc:spChg>
        <pc:spChg chg="del mod">
          <ac:chgData name="Анастасия Коробецкая" userId="9fe37188-348c-49f0-8008-a466955ee907" providerId="ADAL" clId="{B2726E9E-C9C9-4216-98D0-52E8E7C2E0E4}" dt="2022-11-07T11:07:03.504" v="742" actId="3680"/>
          <ac:spMkLst>
            <pc:docMk/>
            <pc:sldMk cId="2993561717" sldId="260"/>
            <ac:spMk id="3" creationId="{55F5D6DA-6FB1-032A-67B7-DCF23C3270B5}"/>
          </ac:spMkLst>
        </pc:spChg>
        <pc:spChg chg="add mod">
          <ac:chgData name="Анастасия Коробецкая" userId="9fe37188-348c-49f0-8008-a466955ee907" providerId="ADAL" clId="{B2726E9E-C9C9-4216-98D0-52E8E7C2E0E4}" dt="2022-11-07T11:16:51.660" v="1323" actId="1076"/>
          <ac:spMkLst>
            <pc:docMk/>
            <pc:sldMk cId="2993561717" sldId="260"/>
            <ac:spMk id="5" creationId="{BB3613A7-A70C-ECB0-C617-8A06E15464B4}"/>
          </ac:spMkLst>
        </pc:spChg>
        <pc:graphicFrameChg chg="add mod ord modGraphic">
          <ac:chgData name="Анастасия Коробецкая" userId="9fe37188-348c-49f0-8008-a466955ee907" providerId="ADAL" clId="{B2726E9E-C9C9-4216-98D0-52E8E7C2E0E4}" dt="2022-11-07T11:22:31.036" v="1324" actId="1076"/>
          <ac:graphicFrameMkLst>
            <pc:docMk/>
            <pc:sldMk cId="2993561717" sldId="260"/>
            <ac:graphicFrameMk id="4" creationId="{78C68678-741D-9B7C-4BFC-2369E33C4185}"/>
          </ac:graphicFrameMkLst>
        </pc:graphicFrameChg>
      </pc:sldChg>
      <pc:sldChg chg="modSp add mod ord">
        <pc:chgData name="Анастасия Коробецкая" userId="9fe37188-348c-49f0-8008-a466955ee907" providerId="ADAL" clId="{B2726E9E-C9C9-4216-98D0-52E8E7C2E0E4}" dt="2022-11-07T11:03:54.787" v="666" actId="20577"/>
        <pc:sldMkLst>
          <pc:docMk/>
          <pc:sldMk cId="3837016682" sldId="407"/>
        </pc:sldMkLst>
        <pc:spChg chg="mod">
          <ac:chgData name="Анастасия Коробецкая" userId="9fe37188-348c-49f0-8008-a466955ee907" providerId="ADAL" clId="{B2726E9E-C9C9-4216-98D0-52E8E7C2E0E4}" dt="2022-11-07T11:01:02.611" v="554" actId="6549"/>
          <ac:spMkLst>
            <pc:docMk/>
            <pc:sldMk cId="3837016682" sldId="407"/>
            <ac:spMk id="2" creationId="{C70F69D1-278D-4D18-862B-C0371269EE70}"/>
          </ac:spMkLst>
        </pc:spChg>
        <pc:spChg chg="mod">
          <ac:chgData name="Анастасия Коробецкая" userId="9fe37188-348c-49f0-8008-a466955ee907" providerId="ADAL" clId="{B2726E9E-C9C9-4216-98D0-52E8E7C2E0E4}" dt="2022-11-07T11:03:54.787" v="666" actId="20577"/>
          <ac:spMkLst>
            <pc:docMk/>
            <pc:sldMk cId="3837016682" sldId="407"/>
            <ac:spMk id="3" creationId="{2D13F0D0-1795-44DF-A120-ABCD5E931AB3}"/>
          </ac:spMkLst>
        </pc:spChg>
      </pc:sldChg>
      <pc:sldMasterChg chg="modSp mod setBg modSldLayout">
        <pc:chgData name="Анастасия Коробецкая" userId="9fe37188-348c-49f0-8008-a466955ee907" providerId="ADAL" clId="{B2726E9E-C9C9-4216-98D0-52E8E7C2E0E4}" dt="2022-11-07T10:35:25.591" v="51" actId="207"/>
        <pc:sldMasterMkLst>
          <pc:docMk/>
          <pc:sldMasterMk cId="4166940761" sldId="2147483896"/>
        </pc:sldMasterMkLst>
        <pc:spChg chg="mod">
          <ac:chgData name="Анастасия Коробецкая" userId="9fe37188-348c-49f0-8008-a466955ee907" providerId="ADAL" clId="{B2726E9E-C9C9-4216-98D0-52E8E7C2E0E4}" dt="2022-11-07T10:35:25.591" v="51" actId="207"/>
          <ac:spMkLst>
            <pc:docMk/>
            <pc:sldMasterMk cId="4166940761" sldId="2147483896"/>
            <ac:spMk id="2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5:02.098" v="50" actId="404"/>
          <ac:spMkLst>
            <pc:docMk/>
            <pc:sldMasterMk cId="4166940761" sldId="2147483896"/>
            <ac:spMk id="3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4.998" v="41" actId="1076"/>
          <ac:spMkLst>
            <pc:docMk/>
            <pc:sldMasterMk cId="4166940761" sldId="2147483896"/>
            <ac:spMk id="4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8.060" v="42" actId="14100"/>
          <ac:spMkLst>
            <pc:docMk/>
            <pc:sldMasterMk cId="4166940761" sldId="2147483896"/>
            <ac:spMk id="5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56.171" v="47" actId="403"/>
          <ac:spMkLst>
            <pc:docMk/>
            <pc:sldMasterMk cId="4166940761" sldId="2147483896"/>
            <ac:spMk id="6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3:31.651" v="34" actId="14100"/>
          <ac:spMkLst>
            <pc:docMk/>
            <pc:sldMasterMk cId="4166940761" sldId="2147483896"/>
            <ac:spMk id="7" creationId="{00000000-0000-0000-0000-000000000000}"/>
          </ac:spMkLst>
        </pc:sp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3556944555" sldId="2147483897"/>
          </pc:sldLayoutMkLst>
        </pc:sldLayout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4201331276" sldId="2147483899"/>
          </pc:sldLayoutMkLst>
        </pc:sldLayoutChg>
      </pc:sldMasterChg>
    </pc:docChg>
  </pc:docChgLst>
  <pc:docChgLst>
    <pc:chgData name="Анастасия Коробецкая" userId="9fe37188-348c-49f0-8008-a466955ee907" providerId="ADAL" clId="{D305E02F-D4CB-40EF-8E11-6F1F8A188380}"/>
    <pc:docChg chg="undo custSel delSld modSld addMainMaster delMainMaster modMainMaster">
      <pc:chgData name="Анастасия Коробецкая" userId="9fe37188-348c-49f0-8008-a466955ee907" providerId="ADAL" clId="{D305E02F-D4CB-40EF-8E11-6F1F8A188380}" dt="2022-11-07T12:02:36.127" v="40" actId="20577"/>
      <pc:docMkLst>
        <pc:docMk/>
      </pc:docMkLst>
      <pc:sldChg chg="modSp mod">
        <pc:chgData name="Анастасия Коробецкая" userId="9fe37188-348c-49f0-8008-a466955ee907" providerId="ADAL" clId="{D305E02F-D4CB-40EF-8E11-6F1F8A188380}" dt="2022-11-07T11:56:50.954" v="16" actId="20577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D305E02F-D4CB-40EF-8E11-6F1F8A188380}" dt="2022-11-07T11:56:50.954" v="16" actId="20577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D305E02F-D4CB-40EF-8E11-6F1F8A188380}" dt="2022-11-07T11:56:29.810" v="0" actId="20578"/>
          <ac:spMkLst>
            <pc:docMk/>
            <pc:sldMk cId="193178965" sldId="256"/>
            <ac:spMk id="3" creationId="{2971B750-910B-6CB3-B4F5-4179D6B00F05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209408932" sldId="257"/>
        </pc:sldMkLst>
      </pc:sldChg>
      <pc:sldChg chg="modSp mod">
        <pc:chgData name="Анастасия Коробецкая" userId="9fe37188-348c-49f0-8008-a466955ee907" providerId="ADAL" clId="{D305E02F-D4CB-40EF-8E11-6F1F8A188380}" dt="2022-11-07T11:57:02.087" v="19" actId="6549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D305E02F-D4CB-40EF-8E11-6F1F8A188380}" dt="2022-11-07T11:57:02.087" v="19" actId="6549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D305E02F-D4CB-40EF-8E11-6F1F8A188380}" dt="2022-11-07T11:56:59.639" v="18" actId="6549"/>
          <ac:spMkLst>
            <pc:docMk/>
            <pc:sldMk cId="4205047303" sldId="258"/>
            <ac:spMk id="3" creationId="{46C3A537-A53C-DA04-6D6C-E605E2CC9BE6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178578277" sldId="259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2993561717" sldId="260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837016682" sldId="407"/>
        </pc:sldMkLst>
      </pc:sldChg>
      <pc:sldMasterChg chg="addSldLayout delSldLayout modSldLayout">
        <pc:chgData name="Анастасия Коробецкая" userId="9fe37188-348c-49f0-8008-a466955ee907" providerId="ADAL" clId="{D305E02F-D4CB-40EF-8E11-6F1F8A188380}" dt="2022-11-07T12:02:36.127" v="40" actId="20577"/>
        <pc:sldMasterMkLst>
          <pc:docMk/>
          <pc:sldMasterMk cId="4166940761" sldId="2147483896"/>
        </pc:sldMasterMkLst>
        <pc:sldLayoutChg chg="del">
          <pc:chgData name="Анастасия Коробецкая" userId="9fe37188-348c-49f0-8008-a466955ee907" providerId="ADAL" clId="{D305E02F-D4CB-40EF-8E11-6F1F8A188380}" dt="2022-11-07T11:57:35.280" v="20" actId="2696"/>
          <pc:sldLayoutMkLst>
            <pc:docMk/>
            <pc:sldMasterMk cId="4166940761" sldId="2147483896"/>
            <pc:sldLayoutMk cId="4201331276" sldId="2147483899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0.010" v="21" actId="2696"/>
          <pc:sldLayoutMkLst>
            <pc:docMk/>
            <pc:sldMasterMk cId="4166940761" sldId="2147483896"/>
            <pc:sldLayoutMk cId="4215270339" sldId="2147483900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1.857" v="22" actId="2696"/>
          <pc:sldLayoutMkLst>
            <pc:docMk/>
            <pc:sldMasterMk cId="4166940761" sldId="2147483896"/>
            <pc:sldLayoutMk cId="889635368" sldId="2147483901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1.295" v="24" actId="2696"/>
          <pc:sldLayoutMkLst>
            <pc:docMk/>
            <pc:sldMasterMk cId="4166940761" sldId="2147483896"/>
            <pc:sldLayoutMk cId="3205996167" sldId="2147483904"/>
          </pc:sldLayoutMkLst>
        </pc:sldLayoutChg>
        <pc:sldLayoutChg chg="addSp modSp new mod">
          <pc:chgData name="Анастасия Коробецкая" userId="9fe37188-348c-49f0-8008-a466955ee907" providerId="ADAL" clId="{D305E02F-D4CB-40EF-8E11-6F1F8A188380}" dt="2022-11-07T12:02:36.127" v="40" actId="20577"/>
          <pc:sldLayoutMkLst>
            <pc:docMk/>
            <pc:sldMasterMk cId="4166940761" sldId="2147483896"/>
            <pc:sldLayoutMk cId="3209924343" sldId="2147483904"/>
          </pc:sldLayoutMkLst>
          <pc:spChg chg="add mod">
            <ac:chgData name="Анастасия Коробецкая" userId="9fe37188-348c-49f0-8008-a466955ee907" providerId="ADAL" clId="{D305E02F-D4CB-40EF-8E11-6F1F8A188380}" dt="2022-11-07T12:02:36.127" v="40" actId="20577"/>
            <ac:spMkLst>
              <pc:docMk/>
              <pc:sldMasterMk cId="4166940761" sldId="2147483896"/>
              <pc:sldLayoutMk cId="3209924343" sldId="2147483904"/>
              <ac:spMk id="6" creationId="{10E32EB9-D8E4-8CBE-E3B9-934CB66666C3}"/>
            </ac:spMkLst>
          </pc:spChg>
        </pc:sldLayoutChg>
        <pc:sldLayoutChg chg="del">
          <pc:chgData name="Анастасия Коробецкая" userId="9fe37188-348c-49f0-8008-a466955ee907" providerId="ADAL" clId="{D305E02F-D4CB-40EF-8E11-6F1F8A188380}" dt="2022-11-07T11:57:49.061" v="23" actId="2696"/>
          <pc:sldLayoutMkLst>
            <pc:docMk/>
            <pc:sldMasterMk cId="4166940761" sldId="2147483896"/>
            <pc:sldLayoutMk cId="3599366051" sldId="2147483905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3.133" v="25" actId="2696"/>
          <pc:sldLayoutMkLst>
            <pc:docMk/>
            <pc:sldMasterMk cId="4166940761" sldId="2147483896"/>
            <pc:sldLayoutMk cId="107031277" sldId="2147483906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5.630" v="26" actId="2696"/>
          <pc:sldLayoutMkLst>
            <pc:docMk/>
            <pc:sldMasterMk cId="4166940761" sldId="2147483896"/>
            <pc:sldLayoutMk cId="1952769865" sldId="2147483907"/>
          </pc:sldLayoutMkLst>
        </pc:sldLayoutChg>
      </pc:sldMasterChg>
      <pc:sldMasterChg chg="new del mod addSldLayout delSldLayout">
        <pc:chgData name="Анастасия Коробецкая" userId="9fe37188-348c-49f0-8008-a466955ee907" providerId="ADAL" clId="{D305E02F-D4CB-40EF-8E11-6F1F8A188380}" dt="2022-11-07T11:58:02.705" v="28" actId="6938"/>
        <pc:sldMasterMkLst>
          <pc:docMk/>
          <pc:sldMasterMk cId="2564465409" sldId="2147483904"/>
        </pc:sldMasterMkLst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405552379" sldId="2147483905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82238460" sldId="2147483906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3470827593" sldId="2147483907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4293381908" sldId="2147483908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63023414" sldId="2147483909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90640167" sldId="2147483910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938448278" sldId="2147483911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684972736" sldId="2147483912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615802846" sldId="2147483913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92726511" sldId="2147483914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87717637" sldId="214748391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74FD6-408F-451E-B017-AEDFD2693EC6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77B36-BD2F-4A36-B76C-64806CD2D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02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1AFF-38C7-4DA1-ABC2-5B2B923CC678}" type="datetime1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4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18739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4DA20-6596-4135-8C34-D9E943CDC8FA}" type="datetime1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74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D6D5D-38FA-3AC5-010C-7300AF14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78CD6D-6F3B-ACE7-3461-D34261A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49B3-C21A-4C7B-8214-ABE5181AB5D8}" type="datetime1">
              <a:rPr lang="ru-RU" smtClean="0"/>
              <a:t>25.02.2026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C289E1-5433-7AD3-BD74-F5712A10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3E6A1-9312-3A0F-97C6-05984943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6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33573-8501-4C5E-B1FF-9901891CB3EA}" type="datetime1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A0DFD-DE17-4F78-ACB0-A291BA79B0E5}" type="datetime1">
              <a:rPr lang="ru-RU" smtClean="0"/>
              <a:t>25.02.2026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20CCBC-7C05-5B80-5300-92EF61490E4D}"/>
              </a:ext>
            </a:extLst>
          </p:cNvPr>
          <p:cNvSpPr/>
          <p:nvPr userDrawn="1"/>
        </p:nvSpPr>
        <p:spPr>
          <a:xfrm>
            <a:off x="-6840" y="1130040"/>
            <a:ext cx="12192840" cy="4310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Рисунок 11" descr="Мысль со сплошной заливкой">
            <a:extLst>
              <a:ext uri="{FF2B5EF4-FFF2-40B4-BE49-F238E27FC236}">
                <a16:creationId xmlns:a16="http://schemas.microsoft.com/office/drawing/2014/main" id="{6D22CE0F-A19C-5AED-FB93-9AB52E31A363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10370520" y="4920480"/>
            <a:ext cx="1408320" cy="1408320"/>
          </a:xfrm>
          <a:prstGeom prst="rect">
            <a:avLst/>
          </a:prstGeom>
          <a:ln w="0">
            <a:noFill/>
          </a:ln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B7A52E2F-30DB-13FA-0856-7EB77D1AE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5" y="1417638"/>
            <a:ext cx="11229975" cy="3621087"/>
          </a:xfrm>
        </p:spPr>
        <p:txBody>
          <a:bodyPr anchor="ctr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4162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4D7A5-75CC-43AD-9DDC-5744642B25A2}" type="datetime1">
              <a:rPr lang="ru-RU" smtClean="0"/>
              <a:t>25.02.2026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76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1D0038C-5B06-4D63-A27D-A8B812B6112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2C11FEA9-E7D0-4B43-8C84-C88A7F369F3C}" type="datetime1">
              <a:rPr lang="ru-RU" smtClean="0"/>
              <a:t>25.02.2026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859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0781558-BEFB-4E88-8FF0-4327B5DECCE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218E5FEE-268B-4C62-A2B6-1A409F51C821}" type="datetime1">
              <a:rPr lang="ru-RU" smtClean="0"/>
              <a:t>25.02.2026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257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C19A8C9-01F3-455B-BF37-1C9D34452C1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0EE31B4F-6088-4AB0-885E-79F685260840}" type="datetime1">
              <a:rPr lang="ru-RU" smtClean="0"/>
              <a:t>25.02.2026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564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798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740" y="1082851"/>
            <a:ext cx="10800271" cy="5340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740" y="6439097"/>
            <a:ext cx="99747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CD6B8523-C871-4002-BD2E-95237EBE7FE7}" type="datetime1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0" y="6422854"/>
            <a:ext cx="89447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5102" y="6453647"/>
            <a:ext cx="834333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r">
              <a:defRPr sz="1800" b="0">
                <a:solidFill>
                  <a:schemeClr val="tx1"/>
                </a:solidFill>
              </a:defRPr>
            </a:lvl1pPr>
          </a:lstStyle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BB9AEE-5F19-790F-429B-AF903FC7CE9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52400" y="6430160"/>
            <a:ext cx="409575" cy="3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4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911" r:id="rId2"/>
    <p:sldLayoutId id="2147483905" r:id="rId3"/>
    <p:sldLayoutId id="2147483898" r:id="rId4"/>
    <p:sldLayoutId id="2147483903" r:id="rId5"/>
    <p:sldLayoutId id="2147483907" r:id="rId6"/>
    <p:sldLayoutId id="2147483908" r:id="rId7"/>
    <p:sldLayoutId id="2147483910" r:id="rId8"/>
    <p:sldLayoutId id="2147483912" r:id="rId9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106B5-F56B-E118-4C2E-85FA4FDAC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405" y="2166364"/>
            <a:ext cx="11927286" cy="1739347"/>
          </a:xfrm>
        </p:spPr>
        <p:txBody>
          <a:bodyPr>
            <a:noAutofit/>
          </a:bodyPr>
          <a:lstStyle/>
          <a:p>
            <a:r>
              <a:rPr lang="en-US" sz="4800" dirty="0"/>
              <a:t>Java11 –</a:t>
            </a:r>
            <a:r>
              <a:rPr lang="ru-RU" sz="4800" dirty="0"/>
              <a:t> Основы </a:t>
            </a:r>
            <a:r>
              <a:rPr lang="en-US" sz="4800" dirty="0"/>
              <a:t>JavaScript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71B750-910B-6CB3-B4F5-4179D6B00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Курс </a:t>
            </a:r>
            <a:r>
              <a:rPr lang="en-US" dirty="0"/>
              <a:t>Java. </a:t>
            </a:r>
            <a:r>
              <a:rPr lang="ru-RU" dirty="0"/>
              <a:t>Коробецкая Анастасия Александровна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8C2036-6381-A555-7C67-4D1C50F8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63"/>
            <a:ext cx="341995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F18B4-68DA-3256-EC1F-B9AF0FE7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Отладка в браузере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005BD6-3EF6-0DC4-5FAB-718ACBB9B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Вкладка </a:t>
            </a:r>
            <a:r>
              <a:rPr lang="en-US" dirty="0"/>
              <a:t>Source – </a:t>
            </a:r>
            <a:r>
              <a:rPr lang="ru-RU" dirty="0" err="1"/>
              <a:t>брейкпоинты</a:t>
            </a:r>
            <a:r>
              <a:rPr lang="ru-RU" dirty="0"/>
              <a:t>, отслеживание </a:t>
            </a:r>
            <a:r>
              <a:rPr lang="en-US" dirty="0"/>
              <a:t>Watch</a:t>
            </a:r>
            <a:r>
              <a:rPr lang="ru-RU" dirty="0"/>
              <a:t>, стек вызовов, отлов ошибок</a:t>
            </a:r>
          </a:p>
          <a:p>
            <a:r>
              <a:rPr lang="ru-RU" dirty="0"/>
              <a:t>Доступен после загрузки ресурсов – т.е. нужно сначала открыть страницу, поставить </a:t>
            </a:r>
            <a:r>
              <a:rPr lang="en-US" dirty="0"/>
              <a:t>breakpoint</a:t>
            </a:r>
            <a:r>
              <a:rPr lang="ru-RU" dirty="0"/>
              <a:t>, а потом перезагрузить еще раз.</a:t>
            </a:r>
          </a:p>
          <a:p>
            <a:r>
              <a:rPr lang="ru-RU" dirty="0"/>
              <a:t>Можно написать команду </a:t>
            </a:r>
            <a:r>
              <a:rPr lang="en-US" dirty="0"/>
              <a:t>debugger</a:t>
            </a:r>
            <a:r>
              <a:rPr lang="ru-RU" dirty="0"/>
              <a:t> прямо в коде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hello(name) {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phrase = 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  <a:r>
              <a:rPr lang="ru-RU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Привет, 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${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name}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!`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i="1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debugger</a:t>
            </a: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lang="en-US" sz="2000" i="1" dirty="0">
                <a:solidFill>
                  <a:srgbClr val="41B3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&lt;-- </a:t>
            </a:r>
            <a:r>
              <a:rPr lang="ru-RU" sz="2000" i="1" dirty="0">
                <a:solidFill>
                  <a:srgbClr val="41B3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тут отладчик остановится</a:t>
            </a:r>
            <a:endParaRPr lang="ru-RU" sz="2000" dirty="0">
              <a:solidFill>
                <a:srgbClr val="41B32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say(phrase);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736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091A28-EA91-B334-9C14-1511A3A71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LocalStorage</a:t>
            </a:r>
            <a:r>
              <a:rPr lang="en-US" dirty="0"/>
              <a:t>, </a:t>
            </a:r>
            <a:r>
              <a:rPr lang="en-US" dirty="0" err="1"/>
              <a:t>SessionStorage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0259FA-01E6-09BD-A96A-28EB20EA0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Позволяют хранить пары ключ/значение в браузере </a:t>
            </a:r>
          </a:p>
          <a:p>
            <a:pPr lvl="1"/>
            <a:r>
              <a:rPr lang="en-US" dirty="0" err="1"/>
              <a:t>LocalStorage</a:t>
            </a:r>
            <a:r>
              <a:rPr lang="en-US" dirty="0"/>
              <a:t> – </a:t>
            </a:r>
            <a:r>
              <a:rPr lang="ru-RU" dirty="0"/>
              <a:t>бесконечно, пока не будет удалено</a:t>
            </a:r>
          </a:p>
          <a:p>
            <a:pPr lvl="1"/>
            <a:r>
              <a:rPr lang="en-US" dirty="0" err="1"/>
              <a:t>SessionStorage</a:t>
            </a:r>
            <a:r>
              <a:rPr lang="en-US" dirty="0"/>
              <a:t> – </a:t>
            </a:r>
            <a:r>
              <a:rPr lang="ru-RU" dirty="0"/>
              <a:t>пока открыт браузер</a:t>
            </a:r>
          </a:p>
          <a:p>
            <a:r>
              <a:rPr lang="ru-RU" dirty="0"/>
              <a:t>Методы и свойства одинаковые:</a:t>
            </a:r>
          </a:p>
          <a:p>
            <a:pPr lvl="1"/>
            <a:r>
              <a:rPr lang="en-US" dirty="0" err="1"/>
              <a:t>setItem</a:t>
            </a:r>
            <a:r>
              <a:rPr lang="en-US" dirty="0"/>
              <a:t>(key, value) – </a:t>
            </a:r>
            <a:r>
              <a:rPr lang="ru-RU" dirty="0"/>
              <a:t>сохранить пару ключ/значение</a:t>
            </a:r>
          </a:p>
          <a:p>
            <a:pPr lvl="1"/>
            <a:r>
              <a:rPr lang="en-US" dirty="0" err="1"/>
              <a:t>getItem</a:t>
            </a:r>
            <a:r>
              <a:rPr lang="en-US" dirty="0"/>
              <a:t>(key) – </a:t>
            </a:r>
            <a:r>
              <a:rPr lang="ru-RU" dirty="0"/>
              <a:t>получить данные по ключу </a:t>
            </a:r>
            <a:r>
              <a:rPr lang="en-US" dirty="0"/>
              <a:t>key</a:t>
            </a:r>
          </a:p>
          <a:p>
            <a:pPr lvl="1"/>
            <a:r>
              <a:rPr lang="en-US" dirty="0" err="1"/>
              <a:t>removeItem</a:t>
            </a:r>
            <a:r>
              <a:rPr lang="en-US" dirty="0"/>
              <a:t>(key) – </a:t>
            </a:r>
            <a:r>
              <a:rPr lang="ru-RU" dirty="0"/>
              <a:t>удалить данные с ключом </a:t>
            </a:r>
            <a:r>
              <a:rPr lang="en-US" dirty="0"/>
              <a:t>key</a:t>
            </a:r>
          </a:p>
          <a:p>
            <a:pPr lvl="1"/>
            <a:r>
              <a:rPr lang="en-US" dirty="0"/>
              <a:t>clear() – </a:t>
            </a:r>
            <a:r>
              <a:rPr lang="ru-RU" dirty="0"/>
              <a:t>удалить всё</a:t>
            </a:r>
          </a:p>
          <a:p>
            <a:pPr lvl="1"/>
            <a:r>
              <a:rPr lang="en-US" dirty="0"/>
              <a:t>key(index) – </a:t>
            </a:r>
            <a:r>
              <a:rPr lang="ru-RU" dirty="0"/>
              <a:t>получить ключ на заданной позиции</a:t>
            </a:r>
          </a:p>
          <a:p>
            <a:pPr lvl="1"/>
            <a:r>
              <a:rPr lang="en-US" dirty="0"/>
              <a:t>length – </a:t>
            </a:r>
            <a:r>
              <a:rPr lang="ru-RU" dirty="0"/>
              <a:t>количество элементов в хранилище</a:t>
            </a:r>
          </a:p>
          <a:p>
            <a:r>
              <a:rPr lang="ru-RU" dirty="0"/>
              <a:t>В отличие от </a:t>
            </a:r>
            <a:r>
              <a:rPr lang="en-US" dirty="0"/>
              <a:t>cookies:</a:t>
            </a:r>
            <a:endParaRPr lang="ru-RU" dirty="0"/>
          </a:p>
          <a:p>
            <a:pPr lvl="1"/>
            <a:r>
              <a:rPr lang="ru-RU" dirty="0"/>
              <a:t>не отправляются на сервер при каждом запросе</a:t>
            </a:r>
          </a:p>
          <a:p>
            <a:pPr lvl="1"/>
            <a:r>
              <a:rPr lang="ru-RU" dirty="0"/>
              <a:t>гораздо больше объем</a:t>
            </a:r>
          </a:p>
          <a:p>
            <a:pPr lvl="1"/>
            <a:r>
              <a:rPr lang="ru-RU" dirty="0"/>
              <a:t>сервер не может манипулировать объектами хранилища через HTTP-заголовки</a:t>
            </a:r>
          </a:p>
          <a:p>
            <a:pPr lvl="1"/>
            <a:r>
              <a:rPr lang="ru-RU" dirty="0"/>
              <a:t>доступ только из </a:t>
            </a:r>
            <a:r>
              <a:rPr lang="en-US" dirty="0"/>
              <a:t>JS</a:t>
            </a:r>
            <a:endParaRPr lang="ru-RU" dirty="0"/>
          </a:p>
          <a:p>
            <a:r>
              <a:rPr lang="ru-RU" dirty="0"/>
              <a:t>Значения привязаны к источнику (домен/протокол/порт). Разные протоколы или поддомены </a:t>
            </a:r>
            <a:r>
              <a:rPr lang="en-US" dirty="0"/>
              <a:t>-</a:t>
            </a:r>
            <a:r>
              <a:rPr lang="ru-RU" dirty="0"/>
              <a:t> разные объекты хранилища, они не могут получить доступ к данным друг друга.</a:t>
            </a:r>
          </a:p>
        </p:txBody>
      </p:sp>
    </p:spTree>
    <p:extLst>
      <p:ext uri="{BB962C8B-B14F-4D97-AF65-F5344CB8AC3E}">
        <p14:creationId xmlns:p14="http://schemas.microsoft.com/office/powerpoint/2010/main" val="1497622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dirty="0"/>
              <a:t>Функция-конструктор</a:t>
            </a:r>
          </a:p>
        </p:txBody>
      </p:sp>
      <p:sp>
        <p:nvSpPr>
          <p:cNvPr id="352" name="Прямоугольник 43"/>
          <p:cNvSpPr/>
          <p:nvPr/>
        </p:nvSpPr>
        <p:spPr>
          <a:xfrm>
            <a:off x="565002" y="1760097"/>
            <a:ext cx="4739462" cy="25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function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makeUser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(name, age) {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0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return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{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  name, </a:t>
            </a:r>
            <a:r>
              <a:rPr lang="en-US" sz="20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</a:t>
            </a:r>
            <a:r>
              <a:rPr lang="ru-RU" sz="20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==</a:t>
            </a:r>
            <a:r>
              <a:rPr lang="en-US" sz="20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name: name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  age   </a:t>
            </a:r>
            <a:r>
              <a:rPr lang="en-US" sz="20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</a:t>
            </a:r>
            <a:r>
              <a:rPr lang="ru-RU" sz="20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==</a:t>
            </a:r>
            <a:r>
              <a:rPr lang="en-US" sz="20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age: age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};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user =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makeUser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</a:t>
            </a:r>
            <a:r>
              <a:rPr lang="en-US" sz="2000" b="0" strike="noStrike" spc="-1" dirty="0">
                <a:solidFill>
                  <a:srgbClr val="C00000"/>
                </a:solidFill>
                <a:latin typeface="Consolas"/>
                <a:ea typeface="DejaVu Sans"/>
              </a:rPr>
              <a:t>"John"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, 30);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console.log(user.name); </a:t>
            </a:r>
            <a:r>
              <a:rPr lang="en-US" sz="2000" b="0" strike="noStrike" spc="-1" dirty="0">
                <a:solidFill>
                  <a:srgbClr val="41B32F"/>
                </a:solidFill>
                <a:latin typeface="Consolas"/>
                <a:ea typeface="DejaVu Sans"/>
              </a:rPr>
              <a:t>// John</a:t>
            </a:r>
            <a:endParaRPr lang="ru-RU" sz="2000" b="0" strike="noStrike" spc="-1" dirty="0">
              <a:solidFill>
                <a:srgbClr val="41B32F"/>
              </a:solidFill>
              <a:latin typeface="Arial"/>
            </a:endParaRPr>
          </a:p>
        </p:txBody>
      </p:sp>
      <p:sp>
        <p:nvSpPr>
          <p:cNvPr id="353" name="TextBox 54"/>
          <p:cNvSpPr/>
          <p:nvPr/>
        </p:nvSpPr>
        <p:spPr>
          <a:xfrm>
            <a:off x="838080" y="1052640"/>
            <a:ext cx="10514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Специальный синтаксис для создания объектов.</a:t>
            </a:r>
            <a:endParaRPr lang="ru-RU" sz="2400" b="0" strike="noStrike" spc="-1" dirty="0">
              <a:latin typeface="Arial"/>
            </a:endParaRPr>
          </a:p>
        </p:txBody>
      </p:sp>
      <p:pic>
        <p:nvPicPr>
          <p:cNvPr id="4" name="Рисунок 3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344032-F631-0B81-85C6-3C01CAA43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464" y="1760097"/>
            <a:ext cx="6887536" cy="37724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1F793-2F6D-2502-F946-03296B670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Классы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C5D6E6-3BA0-AED9-E9B9-9686BE649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Способ создавать объекты с заданной структурой. Сами объекты, созданные через класс, не отличаются от обычных.</a:t>
            </a:r>
          </a:p>
          <a:p>
            <a:r>
              <a:rPr lang="ru-RU" dirty="0"/>
              <a:t>Класс – это прототип объекта. Созданный объект получит свойство </a:t>
            </a:r>
            <a:r>
              <a:rPr lang="en-US" dirty="0"/>
              <a:t>[[</a:t>
            </a:r>
            <a:r>
              <a:rPr lang="en-US" dirty="0" err="1"/>
              <a:t>IsClassContructor</a:t>
            </a:r>
            <a:r>
              <a:rPr lang="en-US" dirty="0"/>
              <a:t>]]: true </a:t>
            </a:r>
            <a:r>
              <a:rPr lang="ru-RU" dirty="0"/>
              <a:t>и раздел </a:t>
            </a:r>
            <a:r>
              <a:rPr lang="en-US" dirty="0"/>
              <a:t>[[Prototype]]</a:t>
            </a:r>
            <a:endParaRPr lang="ru-RU" dirty="0"/>
          </a:p>
          <a:p>
            <a:r>
              <a:rPr lang="en-US" dirty="0" err="1"/>
              <a:t>construntor</a:t>
            </a:r>
            <a:r>
              <a:rPr lang="en-US" dirty="0"/>
              <a:t>(…)</a:t>
            </a:r>
            <a:r>
              <a:rPr lang="ru-RU" dirty="0"/>
              <a:t> Вызывается только с </a:t>
            </a:r>
            <a:r>
              <a:rPr lang="en-US" dirty="0"/>
              <a:t>new</a:t>
            </a:r>
            <a:r>
              <a:rPr lang="ru-RU" dirty="0"/>
              <a:t>.</a:t>
            </a:r>
          </a:p>
          <a:p>
            <a:r>
              <a:rPr lang="ru-RU"/>
              <a:t>Поля и методы </a:t>
            </a:r>
            <a:r>
              <a:rPr lang="ru-RU" dirty="0"/>
              <a:t>без ключевых слов. </a:t>
            </a:r>
            <a:r>
              <a:rPr lang="ru-RU" dirty="0" err="1"/>
              <a:t>Неперечислимые</a:t>
            </a:r>
            <a:r>
              <a:rPr lang="ru-RU" dirty="0"/>
              <a:t>, не попадут в </a:t>
            </a:r>
            <a:r>
              <a:rPr lang="en-US" dirty="0"/>
              <a:t>for .. in</a:t>
            </a:r>
            <a:endParaRPr lang="ru-RU" dirty="0"/>
          </a:p>
          <a:p>
            <a:r>
              <a:rPr lang="ru-RU" dirty="0"/>
              <a:t>Есть геттеры и сеттеры </a:t>
            </a:r>
            <a:r>
              <a:rPr lang="en-US" dirty="0"/>
              <a:t>get/set</a:t>
            </a:r>
            <a:endParaRPr lang="ru-RU" dirty="0"/>
          </a:p>
          <a:p>
            <a:r>
              <a:rPr lang="ru-RU" dirty="0"/>
              <a:t>Наследование через </a:t>
            </a:r>
            <a:r>
              <a:rPr lang="en-US" dirty="0"/>
              <a:t>extends</a:t>
            </a:r>
            <a:r>
              <a:rPr lang="ru-RU" dirty="0"/>
              <a:t>. В конструкторе наследника обязательно в начале вызвать родительский конструктор </a:t>
            </a:r>
            <a:r>
              <a:rPr lang="en-US" dirty="0"/>
              <a:t>super(…)</a:t>
            </a:r>
            <a:r>
              <a:rPr lang="ru-RU" dirty="0"/>
              <a:t>.</a:t>
            </a:r>
          </a:p>
          <a:p>
            <a:r>
              <a:rPr lang="ru-RU" dirty="0"/>
              <a:t>Области видимости не существуют, но:</a:t>
            </a:r>
          </a:p>
          <a:p>
            <a:pPr lvl="1"/>
            <a:r>
              <a:rPr lang="ru-RU" dirty="0"/>
              <a:t>Принято называть защищенные свойства, начиная с _. Это никак не влияет на класс, просто сообщает программисту, что не надо это использовать вне класса.</a:t>
            </a:r>
          </a:p>
          <a:p>
            <a:pPr lvl="1"/>
            <a:r>
              <a:rPr lang="ru-RU" dirty="0"/>
              <a:t>В </a:t>
            </a:r>
            <a:r>
              <a:rPr lang="en-US" dirty="0"/>
              <a:t>ES2021 </a:t>
            </a:r>
            <a:r>
              <a:rPr lang="ru-RU" dirty="0"/>
              <a:t>появились закрытые поля и методы. Имя с </a:t>
            </a:r>
            <a:r>
              <a:rPr lang="en-US" dirty="0"/>
              <a:t>#</a:t>
            </a:r>
            <a:r>
              <a:rPr lang="ru-RU" dirty="0"/>
              <a:t>. Доступны только внутри класса, недоступны потомкам.</a:t>
            </a:r>
          </a:p>
        </p:txBody>
      </p:sp>
    </p:spTree>
    <p:extLst>
      <p:ext uri="{BB962C8B-B14F-4D97-AF65-F5344CB8AC3E}">
        <p14:creationId xmlns:p14="http://schemas.microsoft.com/office/powerpoint/2010/main" val="2532958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C9F5D4-A3EA-3CAC-50B4-789C10EAE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Строгий режим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0FE547-A4A6-F800-C275-10D0DC398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Введен в </a:t>
            </a:r>
            <a:r>
              <a:rPr lang="en-US" dirty="0"/>
              <a:t>ECMAScript 5</a:t>
            </a:r>
          </a:p>
          <a:p>
            <a:r>
              <a:rPr lang="ru-RU" dirty="0"/>
              <a:t>В первой строке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"use strict";</a:t>
            </a:r>
          </a:p>
          <a:p>
            <a:r>
              <a:rPr lang="ru-RU" dirty="0"/>
              <a:t>Многие вещи, которые работают в обычном режиме, вызовут ошибки в строгом:</a:t>
            </a:r>
          </a:p>
          <a:p>
            <a:pPr lvl="1"/>
            <a:r>
              <a:rPr lang="ru-RU" dirty="0"/>
              <a:t>Присваивание переменных без </a:t>
            </a:r>
            <a:r>
              <a:rPr lang="ru-RU" dirty="0" err="1"/>
              <a:t>объявлния</a:t>
            </a:r>
            <a:endParaRPr lang="ru-RU" dirty="0"/>
          </a:p>
          <a:p>
            <a:pPr lvl="1"/>
            <a:r>
              <a:rPr lang="ru-RU" dirty="0"/>
              <a:t>Пропуск </a:t>
            </a:r>
            <a:r>
              <a:rPr lang="en-US" dirty="0"/>
              <a:t>;</a:t>
            </a:r>
          </a:p>
          <a:p>
            <a:pPr lvl="1"/>
            <a:r>
              <a:rPr lang="ru-RU" dirty="0"/>
              <a:t>Повторяющиеся имена полей</a:t>
            </a:r>
          </a:p>
          <a:p>
            <a:r>
              <a:rPr lang="ru-RU" dirty="0"/>
              <a:t>Обязательно для использования классов.</a:t>
            </a:r>
          </a:p>
        </p:txBody>
      </p:sp>
    </p:spTree>
    <p:extLst>
      <p:ext uri="{BB962C8B-B14F-4D97-AF65-F5344CB8AC3E}">
        <p14:creationId xmlns:p14="http://schemas.microsoft.com/office/powerpoint/2010/main" val="2855387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Проверка существования свойства</a:t>
            </a:r>
          </a:p>
        </p:txBody>
      </p:sp>
      <p:sp>
        <p:nvSpPr>
          <p:cNvPr id="333" name="Прямоугольник 31"/>
          <p:cNvSpPr/>
          <p:nvPr/>
        </p:nvSpPr>
        <p:spPr>
          <a:xfrm>
            <a:off x="838080" y="962640"/>
            <a:ext cx="1051488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Особенность объектов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JS 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в том, что можно получить доступ к любому свойству. Даже если его не существует – ошибки не будет! Просто возвращается </a:t>
            </a:r>
            <a:r>
              <a:rPr lang="ru-RU" sz="24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undefined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2400" b="0" strike="noStrike" spc="-1" dirty="0">
              <a:latin typeface="Arial"/>
            </a:endParaRPr>
          </a:p>
        </p:txBody>
      </p:sp>
      <p:sp>
        <p:nvSpPr>
          <p:cNvPr id="334" name="Прямоугольник 38"/>
          <p:cNvSpPr/>
          <p:nvPr/>
        </p:nvSpPr>
        <p:spPr>
          <a:xfrm>
            <a:off x="1271520" y="2364570"/>
            <a:ext cx="797040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user = {};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</a:t>
            </a:r>
            <a:r>
              <a:rPr lang="ru-RU" sz="20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если свойство </a:t>
            </a:r>
            <a:r>
              <a:rPr lang="en-US" sz="2000" b="0" strike="noStrike" spc="-1" dirty="0" err="1">
                <a:solidFill>
                  <a:srgbClr val="006600"/>
                </a:solidFill>
                <a:latin typeface="Consolas"/>
                <a:ea typeface="DejaVu Sans"/>
              </a:rPr>
              <a:t>noSuchProperty</a:t>
            </a:r>
            <a:r>
              <a:rPr lang="ru-RU" sz="20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 существует ...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if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user.noSuchProperty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!== undefined)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335" name="Прямоугольник 39"/>
          <p:cNvSpPr/>
          <p:nvPr/>
        </p:nvSpPr>
        <p:spPr>
          <a:xfrm>
            <a:off x="838080" y="3732481"/>
            <a:ext cx="10514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Оператор "</a:t>
            </a:r>
            <a:r>
              <a:rPr lang="ru-RU" sz="24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"</a:t>
            </a:r>
            <a:endParaRPr lang="ru-RU" sz="2400" b="0" strike="noStrike" spc="-1" dirty="0">
              <a:latin typeface="Arial"/>
            </a:endParaRPr>
          </a:p>
        </p:txBody>
      </p:sp>
      <p:sp>
        <p:nvSpPr>
          <p:cNvPr id="336" name="Прямоугольник 40"/>
          <p:cNvSpPr/>
          <p:nvPr/>
        </p:nvSpPr>
        <p:spPr>
          <a:xfrm>
            <a:off x="1271520" y="4345560"/>
            <a:ext cx="7970400" cy="161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user = { name: "John", age: 30 };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console.log("age" </a:t>
            </a: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in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user); </a:t>
            </a:r>
            <a:r>
              <a:rPr lang="en-US" sz="20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true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console.log("blabla" </a:t>
            </a: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in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user); </a:t>
            </a:r>
            <a:r>
              <a:rPr lang="en-US" sz="20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false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key = "age";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console.log</a:t>
            </a: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(key </a:t>
            </a:r>
            <a:r>
              <a:rPr lang="ru-RU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in</a:t>
            </a: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user); </a:t>
            </a:r>
            <a:r>
              <a:rPr lang="ru-RU" sz="20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true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Порядок свойств</a:t>
            </a:r>
          </a:p>
        </p:txBody>
      </p:sp>
      <p:sp>
        <p:nvSpPr>
          <p:cNvPr id="341" name="Прямоугольник 36"/>
          <p:cNvSpPr/>
          <p:nvPr/>
        </p:nvSpPr>
        <p:spPr>
          <a:xfrm>
            <a:off x="838080" y="1052640"/>
            <a:ext cx="1051488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Свойства упорядочены особым образом: свойства с целочисленными ключами сортируются по возрастанию, остальные располагаются в порядке создания.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42" name="Прямоугольник 37"/>
          <p:cNvSpPr/>
          <p:nvPr/>
        </p:nvSpPr>
        <p:spPr>
          <a:xfrm>
            <a:off x="1127520" y="2327400"/>
            <a:ext cx="9937644" cy="31686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user = {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name: "John",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surname: "Smith"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};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user.age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= 25; </a:t>
            </a:r>
            <a:r>
              <a:rPr lang="en-US" sz="20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</a:t>
            </a:r>
            <a:r>
              <a:rPr lang="ru-RU" sz="20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добавим ещё одно свойство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не целочисленные свойства перечислены в порядке создания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for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(</a:t>
            </a:r>
            <a:r>
              <a:rPr lang="en-US" sz="20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prop </a:t>
            </a:r>
            <a:r>
              <a:rPr lang="en-US" sz="20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in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user) {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console.log( prop ); </a:t>
            </a:r>
            <a:r>
              <a:rPr lang="en-US" sz="20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name, surname, age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Целочисленные свойства</a:t>
            </a:r>
          </a:p>
        </p:txBody>
      </p:sp>
      <p:sp>
        <p:nvSpPr>
          <p:cNvPr id="344" name="Прямоугольник 44"/>
          <p:cNvSpPr/>
          <p:nvPr/>
        </p:nvSpPr>
        <p:spPr>
          <a:xfrm>
            <a:off x="695520" y="1081800"/>
            <a:ext cx="1087236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Термин «целочисленное свойство» означает строку, которая может быть преобразована в целое число и обратно без изменений. Свойства "+49" или "1.2" таковыми не являются.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45" name="Прямоугольник 45"/>
          <p:cNvSpPr/>
          <p:nvPr/>
        </p:nvSpPr>
        <p:spPr>
          <a:xfrm>
            <a:off x="1271520" y="2380680"/>
            <a:ext cx="5028480" cy="344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codes =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"+49": "</a:t>
            </a: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Германия",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"+41": "Швейцария",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"+44": "Великобритания",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"+1": "США"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49, 41, 44, 1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for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(</a:t>
            </a: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code </a:t>
            </a: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in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codes)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console.log(+code);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46" name="Прямоугольник 46"/>
          <p:cNvSpPr/>
          <p:nvPr/>
        </p:nvSpPr>
        <p:spPr>
          <a:xfrm>
            <a:off x="6455880" y="2380680"/>
            <a:ext cx="4031640" cy="344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codes =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"49": "</a:t>
            </a: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Германия",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"41": "Швейцария",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"44": "Великобритания",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"1": "США"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1, 41, 44, 49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for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(</a:t>
            </a: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code </a:t>
            </a: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in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codes)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console.log(code); 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Сравнение объектов</a:t>
            </a:r>
          </a:p>
        </p:txBody>
      </p:sp>
      <p:sp>
        <p:nvSpPr>
          <p:cNvPr id="368" name="Прямоугольник 48"/>
          <p:cNvSpPr/>
          <p:nvPr/>
        </p:nvSpPr>
        <p:spPr>
          <a:xfrm>
            <a:off x="981000" y="1124640"/>
            <a:ext cx="10371960" cy="19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Операторы равенства == и строгого равенства === для объектов работают одинаково.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Два объекта равны только в том случае, если это один и тот же объект.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69" name="Прямоугольник 49"/>
          <p:cNvSpPr/>
          <p:nvPr/>
        </p:nvSpPr>
        <p:spPr>
          <a:xfrm>
            <a:off x="1271520" y="2988000"/>
            <a:ext cx="6912000" cy="13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a = {};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b = {}; </a:t>
            </a:r>
            <a:r>
              <a:rPr lang="en-US" sz="20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</a:t>
            </a:r>
            <a:r>
              <a:rPr lang="ru-RU" sz="2000" b="0" strike="noStrike" spc="-1">
                <a:solidFill>
                  <a:srgbClr val="006600"/>
                </a:solidFill>
                <a:latin typeface="Consolas"/>
                <a:ea typeface="DejaVu Sans"/>
              </a:rPr>
              <a:t>два независимых объекта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console.log( a == b ); </a:t>
            </a:r>
            <a:r>
              <a:rPr lang="en-US" sz="20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false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Клонирование и объединение объектов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CA012E2E-B8D0-142D-C3DE-B3AEE7931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</p:spPr>
        <p:txBody>
          <a:bodyPr/>
          <a:lstStyle/>
          <a:p>
            <a:r>
              <a:rPr lang="ru-RU" i="1" dirty="0"/>
              <a:t>Поверхностное копирование </a:t>
            </a:r>
            <a:br>
              <a:rPr lang="ru-RU" i="1" dirty="0"/>
            </a:br>
            <a:r>
              <a:rPr lang="ru-RU" b="1" dirty="0" err="1"/>
              <a:t>Object.assign</a:t>
            </a:r>
            <a:r>
              <a:rPr lang="ru-RU" dirty="0"/>
              <a:t>(</a:t>
            </a:r>
            <a:r>
              <a:rPr lang="ru-RU" dirty="0" err="1"/>
              <a:t>dest</a:t>
            </a:r>
            <a:r>
              <a:rPr lang="ru-RU" dirty="0"/>
              <a:t>, [src1, src2, src3...])</a:t>
            </a:r>
          </a:p>
          <a:p>
            <a:pPr lvl="1"/>
            <a:r>
              <a:rPr lang="ru-RU" dirty="0"/>
              <a:t>Аргументы </a:t>
            </a:r>
            <a:r>
              <a:rPr lang="ru-RU" dirty="0" err="1"/>
              <a:t>dest</a:t>
            </a:r>
            <a:r>
              <a:rPr lang="ru-RU" dirty="0"/>
              <a:t>, и src1, ..., </a:t>
            </a:r>
            <a:r>
              <a:rPr lang="ru-RU" dirty="0" err="1"/>
              <a:t>srcN</a:t>
            </a:r>
            <a:r>
              <a:rPr lang="ru-RU" dirty="0"/>
              <a:t> (может быть столько, сколько нужно) являются объектами.</a:t>
            </a:r>
          </a:p>
          <a:p>
            <a:pPr lvl="1"/>
            <a:r>
              <a:rPr lang="ru-RU" dirty="0"/>
              <a:t>Метод копирует свойства всех объектов src1, ..., </a:t>
            </a:r>
            <a:r>
              <a:rPr lang="ru-RU" dirty="0" err="1"/>
              <a:t>srcN</a:t>
            </a:r>
            <a:r>
              <a:rPr lang="ru-RU" dirty="0"/>
              <a:t> в объект </a:t>
            </a:r>
            <a:r>
              <a:rPr lang="ru-RU" dirty="0" err="1"/>
              <a:t>dest</a:t>
            </a:r>
            <a:r>
              <a:rPr lang="ru-RU" dirty="0"/>
              <a:t>. То есть, свойства всех перечисленных объектов, начиная со второго, копируются в первый объект. После копирования метод возвращает объект </a:t>
            </a:r>
            <a:r>
              <a:rPr lang="ru-RU" dirty="0" err="1"/>
              <a:t>dest</a:t>
            </a:r>
            <a:r>
              <a:rPr lang="ru-RU" dirty="0"/>
              <a:t>.</a:t>
            </a:r>
          </a:p>
          <a:p>
            <a:pPr lvl="1"/>
            <a:r>
              <a:rPr lang="en-US" dirty="0" err="1"/>
              <a:t>dest</a:t>
            </a:r>
            <a:r>
              <a:rPr lang="en-US" dirty="0"/>
              <a:t> = destination – </a:t>
            </a:r>
            <a:r>
              <a:rPr lang="ru-RU" dirty="0"/>
              <a:t>цель, направление (куда?)</a:t>
            </a:r>
          </a:p>
          <a:p>
            <a:pPr lvl="1"/>
            <a:r>
              <a:rPr lang="en-US" dirty="0" err="1"/>
              <a:t>src</a:t>
            </a:r>
            <a:r>
              <a:rPr lang="en-US" dirty="0"/>
              <a:t> = source – </a:t>
            </a:r>
            <a:r>
              <a:rPr lang="ru-RU" dirty="0"/>
              <a:t>источник (откуда?)</a:t>
            </a:r>
            <a:endParaRPr lang="en-US" dirty="0"/>
          </a:p>
          <a:p>
            <a:r>
              <a:rPr lang="ru-RU" i="1" dirty="0"/>
              <a:t>Глубокое копирование</a:t>
            </a:r>
            <a:br>
              <a:rPr lang="ru-RU" i="1" dirty="0"/>
            </a:br>
            <a:r>
              <a:rPr lang="en-US" b="1" dirty="0" err="1"/>
              <a:t>JSON.stringify</a:t>
            </a:r>
            <a:r>
              <a:rPr lang="en-US" b="1" dirty="0"/>
              <a:t>() + </a:t>
            </a:r>
            <a:r>
              <a:rPr lang="en-US" b="1" dirty="0" err="1"/>
              <a:t>JSON.parse</a:t>
            </a:r>
            <a:r>
              <a:rPr lang="en-US" b="1" dirty="0"/>
              <a:t>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Оператор расширения (spread)</a:t>
            </a:r>
          </a:p>
        </p:txBody>
      </p:sp>
      <p:sp>
        <p:nvSpPr>
          <p:cNvPr id="375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ru-RU" dirty="0"/>
              <a:t>Три точки раскрывают массив/объект</a:t>
            </a:r>
          </a:p>
          <a:p>
            <a:r>
              <a:rPr lang="ru-RU" dirty="0"/>
              <a:t>Добавление элемента в массив: 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[...array, </a:t>
            </a:r>
            <a:r>
              <a:rPr lang="en-US" dirty="0" err="1">
                <a:latin typeface="Consolas" panose="020B0609020204030204" pitchFamily="49" charset="0"/>
              </a:rPr>
              <a:t>newElem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[</a:t>
            </a:r>
            <a:r>
              <a:rPr lang="en-US" dirty="0" err="1">
                <a:latin typeface="Consolas" panose="020B0609020204030204" pitchFamily="49" charset="0"/>
              </a:rPr>
              <a:t>newElem</a:t>
            </a:r>
            <a:r>
              <a:rPr lang="en-US" dirty="0">
                <a:latin typeface="Consolas" panose="020B0609020204030204" pitchFamily="49" charset="0"/>
              </a:rPr>
              <a:t>, ...array]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/>
              <a:t>Слияние массивов/объектов: 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[...array1, ...array2]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{ ...obj1, ...obj2 }</a:t>
            </a:r>
            <a:endParaRPr lang="ru-RU" dirty="0">
              <a:latin typeface="Consolas" panose="020B0609020204030204" pitchFamily="49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Деструктуризация</a:t>
            </a:r>
          </a:p>
        </p:txBody>
      </p:sp>
      <p:sp>
        <p:nvSpPr>
          <p:cNvPr id="377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ru-RU" dirty="0"/>
              <a:t>При присваивании переменных/констант можно «раскрыть» массив/объект и деструктурировать его на составляющие</a:t>
            </a:r>
          </a:p>
          <a:p>
            <a:r>
              <a:rPr lang="en-US" dirty="0">
                <a:latin typeface="Consolas" panose="020B0609020204030204" pitchFamily="49" charset="0"/>
              </a:rPr>
              <a:t>const obj = { name: "Freddy", age: 25 }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const { name, age } = obj;</a:t>
            </a:r>
            <a:endParaRPr lang="ru-RU" dirty="0">
              <a:latin typeface="Consolas" panose="020B0609020204030204" pitchFamily="49" charset="0"/>
            </a:endParaRPr>
          </a:p>
          <a:p>
            <a:endParaRPr lang="ru-RU" dirty="0"/>
          </a:p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</a:rPr>
              <a:t> = [ 2021, 12, 1];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const [ year, month, day, hour ] = </a:t>
            </a:r>
            <a:r>
              <a:rPr lang="en-US" dirty="0" err="1">
                <a:latin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Остаточные параметры</a:t>
            </a:r>
          </a:p>
        </p:txBody>
      </p:sp>
      <p:sp>
        <p:nvSpPr>
          <p:cNvPr id="392" name="TextBox 59"/>
          <p:cNvSpPr/>
          <p:nvPr/>
        </p:nvSpPr>
        <p:spPr>
          <a:xfrm>
            <a:off x="838080" y="1166400"/>
            <a:ext cx="1051488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Иногда у функции может быть сколько угодно параметров. Остаточные параметры могут быть обозначены через три точки .... Буквально это значит: «собери оставшиеся параметры и положи их в массив». Остаточные параметры должны располагаться в конце.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93" name="Прямоугольник 65"/>
          <p:cNvSpPr/>
          <p:nvPr/>
        </p:nvSpPr>
        <p:spPr>
          <a:xfrm>
            <a:off x="1227960" y="2890800"/>
            <a:ext cx="10087920" cy="277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showName("</a:t>
            </a:r>
            <a:r>
              <a:rPr lang="ru-RU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Иван", "Васильевич", "Царь", "Великий Князь");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Царь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, </a:t>
            </a: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Великий Князь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 </a:t>
            </a: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Иван Васильевич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FF"/>
                </a:solidFill>
                <a:latin typeface="Consolas"/>
                <a:ea typeface="DejaVu Sans"/>
              </a:rPr>
              <a:t>function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showName(firstName, lastName, ...titles) {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  // 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titles = ["</a:t>
            </a: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Царь", "Великий Князь"]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 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ru-RU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console.log(titles.join(', ') + ' ' + firstName</a:t>
            </a:r>
            <a:r>
              <a:rPr lang="ru-RU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+ ' ' + lastName ); 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Arguments</a:t>
            </a:r>
          </a:p>
        </p:txBody>
      </p:sp>
      <p:sp>
        <p:nvSpPr>
          <p:cNvPr id="395" name="TextBox 60"/>
          <p:cNvSpPr/>
          <p:nvPr/>
        </p:nvSpPr>
        <p:spPr>
          <a:xfrm>
            <a:off x="838080" y="1166400"/>
            <a:ext cx="1051488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Все аргументы функции находятся в псевдомассиве </a:t>
            </a: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arguments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под своими порядковыми номерами.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Но это именно псевдомассив, он не поддерживает методы массивов.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96" name="Прямоугольник 68"/>
          <p:cNvSpPr/>
          <p:nvPr/>
        </p:nvSpPr>
        <p:spPr>
          <a:xfrm>
            <a:off x="1184400" y="2565000"/>
            <a:ext cx="10131480" cy="34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showName("</a:t>
            </a:r>
            <a:r>
              <a:rPr lang="ru-RU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Иван", "Васильевич", "Царь", "Великий Князь");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Царь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, </a:t>
            </a: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Великий Князь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 </a:t>
            </a: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Иван Васильевич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FF"/>
                </a:solidFill>
                <a:latin typeface="Consolas"/>
                <a:ea typeface="DejaVu Sans"/>
              </a:rPr>
              <a:t>function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showName() {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  // 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arguments = ["</a:t>
            </a: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Иван", "Васильевич",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 "</a:t>
            </a: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Царь", "Великий Князь"]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 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console.log(arguments.slice(2).join(', ') + ' ' 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+ arguments[0]</a:t>
            </a:r>
            <a:r>
              <a:rPr lang="ru-RU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+ ' ' + arguments[1]);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  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</a:t>
            </a: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ошибка! 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arguments </a:t>
            </a: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не содержит методов 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slice</a:t>
            </a: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 и 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join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Оператор расширения</a:t>
            </a:r>
          </a:p>
        </p:txBody>
      </p:sp>
      <p:sp>
        <p:nvSpPr>
          <p:cNvPr id="398" name="TextBox 61"/>
          <p:cNvSpPr/>
          <p:nvPr/>
        </p:nvSpPr>
        <p:spPr>
          <a:xfrm>
            <a:off x="838080" y="1166400"/>
            <a:ext cx="1051488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... можно использовать еще одним способом – чтобы превратить массив в набор аргументов функции.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99" name="Прямоугольник 67"/>
          <p:cNvSpPr/>
          <p:nvPr/>
        </p:nvSpPr>
        <p:spPr>
          <a:xfrm>
            <a:off x="1193040" y="2565000"/>
            <a:ext cx="10122840" cy="176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a-DK" sz="2200" b="0" strike="noStrike" spc="-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da-DK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arr = [3, 5, 1];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Math.max(arr) 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NaN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Math.max(...arr) 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5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Math.max(1, ...arr, 25) 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25</a:t>
            </a:r>
            <a:endParaRPr lang="ru-RU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Callback (колбэк, обратный вызов)</a:t>
            </a:r>
          </a:p>
        </p:txBody>
      </p:sp>
      <p:sp>
        <p:nvSpPr>
          <p:cNvPr id="401" name="TextBox 62"/>
          <p:cNvSpPr/>
          <p:nvPr/>
        </p:nvSpPr>
        <p:spPr>
          <a:xfrm>
            <a:off x="838080" y="986760"/>
            <a:ext cx="1051488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Функцию можно передать как аргумент в другую функцию. Это и называется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callback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402" name="Прямоугольник 70"/>
          <p:cNvSpPr/>
          <p:nvPr/>
        </p:nvSpPr>
        <p:spPr>
          <a:xfrm>
            <a:off x="1178640" y="1955880"/>
            <a:ext cx="9523440" cy="41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FF"/>
                </a:solidFill>
                <a:latin typeface="Consolas"/>
                <a:ea typeface="DejaVu Sans"/>
              </a:rPr>
              <a:t>function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>
                <a:solidFill>
                  <a:srgbClr val="993300"/>
                </a:solidFill>
                <a:latin typeface="Consolas"/>
                <a:ea typeface="DejaVu Sans"/>
              </a:rPr>
              <a:t>ask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(question, yes, no) {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200" b="0" strike="noStrike" spc="-1">
                <a:solidFill>
                  <a:srgbClr val="0000FF"/>
                </a:solidFill>
                <a:latin typeface="Consolas"/>
                <a:ea typeface="DejaVu Sans"/>
              </a:rPr>
              <a:t>if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(</a:t>
            </a:r>
            <a:r>
              <a:rPr lang="en-US" sz="2200" b="0" strike="noStrike" spc="-1">
                <a:solidFill>
                  <a:srgbClr val="0070C0"/>
                </a:solidFill>
                <a:latin typeface="Consolas"/>
                <a:ea typeface="DejaVu Sans"/>
              </a:rPr>
              <a:t>confirm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(question)) yes()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200" b="0" strike="noStrike" spc="-1">
                <a:solidFill>
                  <a:srgbClr val="0000FF"/>
                </a:solidFill>
                <a:latin typeface="Consolas"/>
                <a:ea typeface="DejaVu Sans"/>
              </a:rPr>
              <a:t>else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no();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FF"/>
                </a:solidFill>
                <a:latin typeface="Consolas"/>
                <a:ea typeface="DejaVu Sans"/>
              </a:rPr>
              <a:t>function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>
                <a:solidFill>
                  <a:srgbClr val="993300"/>
                </a:solidFill>
                <a:latin typeface="Consolas"/>
                <a:ea typeface="DejaVu Sans"/>
              </a:rPr>
              <a:t>showOk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() {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console.log( </a:t>
            </a:r>
            <a:r>
              <a:rPr lang="en-US" sz="2200" b="0" strike="noStrike" spc="-1">
                <a:solidFill>
                  <a:srgbClr val="595959"/>
                </a:solidFill>
                <a:latin typeface="Consolas"/>
                <a:ea typeface="DejaVu Sans"/>
              </a:rPr>
              <a:t>"</a:t>
            </a:r>
            <a:r>
              <a:rPr lang="ru-RU" sz="2200" b="0" strike="noStrike" spc="-1">
                <a:solidFill>
                  <a:srgbClr val="595959"/>
                </a:solidFill>
                <a:latin typeface="Consolas"/>
                <a:ea typeface="DejaVu Sans"/>
              </a:rPr>
              <a:t>Действие подтверждено."</a:t>
            </a:r>
            <a:r>
              <a:rPr lang="ru-RU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);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FF"/>
                </a:solidFill>
                <a:latin typeface="Consolas"/>
                <a:ea typeface="DejaVu Sans"/>
              </a:rPr>
              <a:t>function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>
                <a:solidFill>
                  <a:srgbClr val="993300"/>
                </a:solidFill>
                <a:latin typeface="Consolas"/>
                <a:ea typeface="DejaVu Sans"/>
              </a:rPr>
              <a:t>showCancel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() {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console.log( </a:t>
            </a:r>
            <a:r>
              <a:rPr lang="en-US" sz="2200" b="0" strike="noStrike" spc="-1">
                <a:solidFill>
                  <a:srgbClr val="595959"/>
                </a:solidFill>
                <a:latin typeface="Consolas"/>
                <a:ea typeface="DejaVu Sans"/>
              </a:rPr>
              <a:t>"</a:t>
            </a:r>
            <a:r>
              <a:rPr lang="ru-RU" sz="2200" b="0" strike="noStrike" spc="-1">
                <a:solidFill>
                  <a:srgbClr val="595959"/>
                </a:solidFill>
                <a:latin typeface="Consolas"/>
                <a:ea typeface="DejaVu Sans"/>
              </a:rPr>
              <a:t>Действие отменено."</a:t>
            </a:r>
            <a:r>
              <a:rPr lang="ru-RU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);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70C0"/>
                </a:solidFill>
                <a:latin typeface="Consolas"/>
                <a:ea typeface="DejaVu Sans"/>
              </a:rPr>
              <a:t>ask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(</a:t>
            </a:r>
            <a:r>
              <a:rPr lang="en-US" sz="2200" b="0" strike="noStrike" spc="-1">
                <a:solidFill>
                  <a:srgbClr val="595959"/>
                </a:solidFill>
                <a:latin typeface="Consolas"/>
                <a:ea typeface="DejaVu Sans"/>
              </a:rPr>
              <a:t>"</a:t>
            </a:r>
            <a:r>
              <a:rPr lang="ru-RU" sz="2200" b="0" strike="noStrike" spc="-1">
                <a:solidFill>
                  <a:srgbClr val="595959"/>
                </a:solidFill>
                <a:latin typeface="Consolas"/>
                <a:ea typeface="DejaVu Sans"/>
              </a:rPr>
              <a:t>Вы согласны?"</a:t>
            </a:r>
            <a:r>
              <a:rPr lang="ru-RU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, </a:t>
            </a:r>
            <a:r>
              <a:rPr lang="en-US" sz="2200" b="0" strike="noStrike" spc="-1">
                <a:solidFill>
                  <a:srgbClr val="993300"/>
                </a:solidFill>
                <a:latin typeface="Consolas"/>
                <a:ea typeface="DejaVu Sans"/>
              </a:rPr>
              <a:t>showOk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, </a:t>
            </a:r>
            <a:r>
              <a:rPr lang="en-US" sz="2200" b="0" strike="noStrike" spc="-1">
                <a:solidFill>
                  <a:srgbClr val="993300"/>
                </a:solidFill>
                <a:latin typeface="Consolas"/>
                <a:ea typeface="DejaVu Sans"/>
              </a:rPr>
              <a:t>showCancel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);</a:t>
            </a:r>
            <a:endParaRPr lang="ru-RU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sz="3200" dirty="0"/>
              <a:t>Локальные, внешние и глобальные переменные</a:t>
            </a:r>
          </a:p>
        </p:txBody>
      </p:sp>
      <p:sp>
        <p:nvSpPr>
          <p:cNvPr id="412" name="Прямоугольник 73"/>
          <p:cNvSpPr/>
          <p:nvPr/>
        </p:nvSpPr>
        <p:spPr>
          <a:xfrm>
            <a:off x="838080" y="1130040"/>
            <a:ext cx="10514880" cy="493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Локальные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: переменные, объявленные внутри функции с помощью ключевого слова  </a:t>
            </a:r>
            <a:r>
              <a:rPr lang="en-US" sz="2400" b="0" strike="noStrike" spc="-1">
                <a:solidFill>
                  <a:srgbClr val="000000"/>
                </a:solidFill>
                <a:latin typeface="Consolas"/>
                <a:ea typeface="DejaVu Sans"/>
              </a:rPr>
              <a:t>let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видны только внутри этой функции. Параметры функции ведут себя как локальные переменные, но формально ими не являются.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Внешние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: объявлены снаружи функции, она имеет к ним доступ и может менять их значения.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Глобальные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переменные, объявленные снаружи всех функций, видимы для любой функции (если только их не перекрывают одноимённые локальные переменные). 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Использование глобальных и внешних переменных желательно свести к минимуму. Передавать значения внутрь функции лучше через параметры, а получать результат через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return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Видимость переменных. Помни о let!</a:t>
            </a:r>
          </a:p>
        </p:txBody>
      </p:sp>
      <p:sp>
        <p:nvSpPr>
          <p:cNvPr id="414" name="Прямоугольник 74"/>
          <p:cNvSpPr/>
          <p:nvPr/>
        </p:nvSpPr>
        <p:spPr>
          <a:xfrm>
            <a:off x="506593" y="1255621"/>
            <a:ext cx="5774134" cy="2122204"/>
          </a:xfrm>
          <a:prstGeom prst="rect">
            <a:avLst/>
          </a:prstGeom>
          <a:noFill/>
          <a:ln w="0">
            <a:solidFill>
              <a:srgbClr val="4472C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function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setMyVar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() {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2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myVar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= 5; </a:t>
            </a:r>
            <a:r>
              <a:rPr lang="en-US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</a:t>
            </a:r>
            <a:r>
              <a:rPr lang="ru-RU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локальная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setMyVar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();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console.log(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myVar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); </a:t>
            </a:r>
            <a:r>
              <a:rPr lang="en-US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//undefined</a:t>
            </a:r>
            <a:endParaRPr lang="ru-RU" sz="2200" b="0" strike="noStrike" spc="-1" dirty="0">
              <a:latin typeface="Arial"/>
            </a:endParaRPr>
          </a:p>
        </p:txBody>
      </p:sp>
      <p:sp>
        <p:nvSpPr>
          <p:cNvPr id="415" name="Прямоугольник 79"/>
          <p:cNvSpPr/>
          <p:nvPr/>
        </p:nvSpPr>
        <p:spPr>
          <a:xfrm>
            <a:off x="3011760" y="3848400"/>
            <a:ext cx="5040000" cy="2435760"/>
          </a:xfrm>
          <a:prstGeom prst="rect">
            <a:avLst/>
          </a:prstGeom>
          <a:noFill/>
          <a:ln w="0">
            <a:solidFill>
              <a:srgbClr val="4472C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myVar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;</a:t>
            </a:r>
            <a:r>
              <a:rPr lang="ru-RU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</a:t>
            </a:r>
            <a:r>
              <a:rPr lang="ru-RU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глобальная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function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setMyVar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() {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myVar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= 5; </a:t>
            </a:r>
            <a:r>
              <a:rPr lang="en-US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</a:t>
            </a:r>
            <a:r>
              <a:rPr lang="ru-RU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внешняя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setMyVar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();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console.log(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myVar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); </a:t>
            </a:r>
            <a:r>
              <a:rPr lang="en-US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</a:t>
            </a:r>
            <a:r>
              <a:rPr lang="ru-RU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5</a:t>
            </a:r>
            <a:endParaRPr lang="ru-RU" sz="2200" b="0" strike="noStrike" spc="-1" dirty="0">
              <a:latin typeface="Arial"/>
            </a:endParaRPr>
          </a:p>
        </p:txBody>
      </p:sp>
      <p:sp>
        <p:nvSpPr>
          <p:cNvPr id="416" name="Прямоугольник 80"/>
          <p:cNvSpPr/>
          <p:nvPr/>
        </p:nvSpPr>
        <p:spPr>
          <a:xfrm>
            <a:off x="6497051" y="1255621"/>
            <a:ext cx="5086756" cy="2122204"/>
          </a:xfrm>
          <a:prstGeom prst="rect">
            <a:avLst/>
          </a:prstGeom>
          <a:noFill/>
          <a:ln w="0">
            <a:solidFill>
              <a:srgbClr val="4472C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FF"/>
                </a:solidFill>
                <a:latin typeface="Consolas"/>
                <a:ea typeface="DejaVu Sans"/>
              </a:rPr>
              <a:t>function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setMyVar() {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myVar = 5; 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</a:t>
            </a: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глобальная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setMyVar();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console.log( myVar ); </a:t>
            </a: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</a:t>
            </a:r>
            <a:r>
              <a:rPr lang="ru-RU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 5</a:t>
            </a:r>
            <a:endParaRPr lang="ru-RU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Контекст выполнения. Стек</a:t>
            </a:r>
          </a:p>
        </p:txBody>
      </p:sp>
      <p:sp>
        <p:nvSpPr>
          <p:cNvPr id="421" name="TextBox 64"/>
          <p:cNvSpPr/>
          <p:nvPr/>
        </p:nvSpPr>
        <p:spPr>
          <a:xfrm>
            <a:off x="838080" y="1268640"/>
            <a:ext cx="10514880" cy="38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Контекст выполнения (</a:t>
            </a:r>
            <a:r>
              <a:rPr lang="en-US" sz="2400" b="1" i="1" strike="noStrike" spc="-1">
                <a:solidFill>
                  <a:srgbClr val="000000"/>
                </a:solidFill>
                <a:latin typeface="Calibri"/>
                <a:ea typeface="DejaVu Sans"/>
              </a:rPr>
              <a:t>Environment Record</a:t>
            </a:r>
            <a:r>
              <a:rPr lang="ru-RU" sz="2400" b="1" i="1" strike="noStrike" spc="-1">
                <a:solidFill>
                  <a:srgbClr val="000000"/>
                </a:solidFill>
                <a:latin typeface="Calibri"/>
                <a:ea typeface="DejaVu Sans"/>
              </a:rPr>
              <a:t>, окружение</a:t>
            </a: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)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специальная внутренняя структура данных, которая содержит информацию о вызове функции. Она включает в себя конкретное место в коде, на котором находится интерпретатор, локальные переменные функции, значение this и прочую служебную информацию.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Один вызов функции имеет ровно один контекст выполнения, связанный с ним.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При вызове каждая функция помещается в </a:t>
            </a: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стек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вместе со своим контекстом. А при завершении она извлекается из стека, и управление переходит к следующей функции в стеке.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Лексическое окружение. Замыкание</a:t>
            </a:r>
          </a:p>
        </p:txBody>
      </p:sp>
      <p:sp>
        <p:nvSpPr>
          <p:cNvPr id="423" name="Прямоугольник 83"/>
          <p:cNvSpPr/>
          <p:nvPr/>
        </p:nvSpPr>
        <p:spPr>
          <a:xfrm>
            <a:off x="838080" y="2421000"/>
            <a:ext cx="1065780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Замыкание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(</a:t>
            </a:r>
            <a:r>
              <a:rPr lang="ru-RU" sz="24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англ.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closure) - это функция вместе со всеми внешними переменными, которые ей доступны. 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Или, другими словами, </a:t>
            </a: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замыкание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- это функция вместе со своим лексическим окружением. 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424" name="Прямоугольник 84"/>
          <p:cNvSpPr/>
          <p:nvPr/>
        </p:nvSpPr>
        <p:spPr>
          <a:xfrm>
            <a:off x="838080" y="4293000"/>
            <a:ext cx="10657800" cy="207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 некоторых языках это невозможно, или функция должна быть написана специальным образом, чтобы получилось замыкание. 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Но в JavaScript все функции изначально являются замыканиями. Т.е. функции запоминают не только свой контекст выполнения (это во всех языках), но и окружение.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425" name="TextBox 65"/>
          <p:cNvSpPr/>
          <p:nvPr/>
        </p:nvSpPr>
        <p:spPr>
          <a:xfrm>
            <a:off x="838080" y="1231560"/>
            <a:ext cx="1063548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Все внешние, доступные функции, переменные называются ее </a:t>
            </a: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лексическим окружением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[[Environment]]</a:t>
            </a: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Счетчик на замыканиях</a:t>
            </a:r>
          </a:p>
        </p:txBody>
      </p:sp>
      <p:sp>
        <p:nvSpPr>
          <p:cNvPr id="427" name="Прямоугольник 81"/>
          <p:cNvSpPr/>
          <p:nvPr/>
        </p:nvSpPr>
        <p:spPr>
          <a:xfrm>
            <a:off x="975000" y="1227578"/>
            <a:ext cx="10242000" cy="46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3333CC"/>
                </a:solidFill>
                <a:latin typeface="Consolas"/>
                <a:ea typeface="DejaVu Sans"/>
              </a:rPr>
              <a:t>function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test() {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	</a:t>
            </a:r>
            <a:r>
              <a:rPr lang="en-US" sz="2000" b="0" strike="noStrike" spc="-1" dirty="0">
                <a:solidFill>
                  <a:srgbClr val="3333CC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num = 1;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	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	</a:t>
            </a:r>
            <a:r>
              <a:rPr lang="en-US" sz="2000" b="0" strike="noStrike" spc="-1" dirty="0">
                <a:solidFill>
                  <a:srgbClr val="3333CC"/>
                </a:solidFill>
                <a:latin typeface="Consolas"/>
                <a:ea typeface="DejaVu Sans"/>
              </a:rPr>
              <a:t>return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()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=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&gt; {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		console.log(num);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		num++;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	};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};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3333CC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func1 = test(); </a:t>
            </a:r>
            <a:r>
              <a:rPr lang="en-US" sz="2000" b="0" strike="noStrike" spc="-1" dirty="0">
                <a:solidFill>
                  <a:srgbClr val="41B32F"/>
                </a:solidFill>
                <a:latin typeface="Consolas"/>
                <a:ea typeface="DejaVu Sans"/>
              </a:rPr>
              <a:t>// </a:t>
            </a:r>
            <a:r>
              <a:rPr lang="ru-RU" sz="2000" b="0" strike="noStrike" spc="-1" dirty="0">
                <a:solidFill>
                  <a:srgbClr val="41B32F"/>
                </a:solidFill>
                <a:latin typeface="Consolas"/>
                <a:ea typeface="DejaVu Sans"/>
              </a:rPr>
              <a:t>первый счетчик</a:t>
            </a:r>
            <a:endParaRPr lang="ru-RU" sz="2000" b="0" strike="noStrike" spc="-1" dirty="0">
              <a:solidFill>
                <a:srgbClr val="41B32F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func1();  </a:t>
            </a:r>
            <a:r>
              <a:rPr lang="en-US" sz="2000" b="0" strike="noStrike" spc="-1" dirty="0">
                <a:solidFill>
                  <a:srgbClr val="41B32F"/>
                </a:solidFill>
                <a:latin typeface="Consolas"/>
                <a:ea typeface="DejaVu Sans"/>
              </a:rPr>
              <a:t>//</a:t>
            </a:r>
            <a:r>
              <a:rPr lang="ru-RU" sz="2000" b="0" strike="noStrike" spc="-1" dirty="0">
                <a:solidFill>
                  <a:srgbClr val="41B32F"/>
                </a:solidFill>
                <a:latin typeface="Consolas"/>
                <a:ea typeface="DejaVu Sans"/>
              </a:rPr>
              <a:t>выведет 1</a:t>
            </a:r>
            <a:endParaRPr lang="ru-RU" sz="2000" b="0" strike="noStrike" spc="-1" dirty="0">
              <a:solidFill>
                <a:srgbClr val="41B32F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func1();  </a:t>
            </a:r>
            <a:r>
              <a:rPr lang="en-US" sz="2000" b="0" strike="noStrike" spc="-1" dirty="0">
                <a:solidFill>
                  <a:srgbClr val="41B32F"/>
                </a:solidFill>
                <a:latin typeface="Consolas"/>
                <a:ea typeface="DejaVu Sans"/>
              </a:rPr>
              <a:t>//</a:t>
            </a:r>
            <a:r>
              <a:rPr lang="ru-RU" sz="2000" b="0" strike="noStrike" spc="-1" dirty="0">
                <a:solidFill>
                  <a:srgbClr val="41B32F"/>
                </a:solidFill>
                <a:latin typeface="Consolas"/>
                <a:ea typeface="DejaVu Sans"/>
              </a:rPr>
              <a:t>выведет 2</a:t>
            </a:r>
            <a:endParaRPr lang="ru-RU" sz="2000" b="0" strike="noStrike" spc="-1" dirty="0">
              <a:solidFill>
                <a:srgbClr val="41B32F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3333CC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func2 = test(); </a:t>
            </a:r>
            <a:r>
              <a:rPr lang="en-US" sz="2000" b="0" strike="noStrike" spc="-1" dirty="0">
                <a:solidFill>
                  <a:srgbClr val="41B32F"/>
                </a:solidFill>
                <a:latin typeface="Consolas"/>
                <a:ea typeface="DejaVu Sans"/>
              </a:rPr>
              <a:t>// </a:t>
            </a:r>
            <a:r>
              <a:rPr lang="ru-RU" sz="2000" b="0" strike="noStrike" spc="-1" dirty="0">
                <a:solidFill>
                  <a:srgbClr val="41B32F"/>
                </a:solidFill>
                <a:latin typeface="Consolas"/>
                <a:ea typeface="DejaVu Sans"/>
              </a:rPr>
              <a:t>второй счетчик</a:t>
            </a:r>
            <a:endParaRPr lang="ru-RU" sz="2000" b="0" strike="noStrike" spc="-1" dirty="0">
              <a:solidFill>
                <a:srgbClr val="41B32F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func2();  </a:t>
            </a:r>
            <a:r>
              <a:rPr lang="en-US" sz="2000" b="0" strike="noStrike" spc="-1" dirty="0">
                <a:solidFill>
                  <a:srgbClr val="41B32F"/>
                </a:solidFill>
                <a:latin typeface="Consolas"/>
                <a:ea typeface="DejaVu Sans"/>
              </a:rPr>
              <a:t>//</a:t>
            </a:r>
            <a:r>
              <a:rPr lang="ru-RU" sz="2000" b="0" strike="noStrike" spc="-1" dirty="0">
                <a:solidFill>
                  <a:srgbClr val="41B32F"/>
                </a:solidFill>
                <a:latin typeface="Consolas"/>
                <a:ea typeface="DejaVu Sans"/>
              </a:rPr>
              <a:t>выведет 1</a:t>
            </a:r>
            <a:endParaRPr lang="ru-RU" sz="2000" b="0" strike="noStrike" spc="-1" dirty="0">
              <a:solidFill>
                <a:srgbClr val="41B32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Сборка мусора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BE911674-DFCD-D180-93EF-5D3840C8C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</p:spPr>
        <p:txBody>
          <a:bodyPr>
            <a:normAutofit fontScale="92500"/>
          </a:bodyPr>
          <a:lstStyle/>
          <a:p>
            <a:r>
              <a:rPr lang="en-US" dirty="0"/>
              <a:t>Garbage Collector </a:t>
            </a:r>
            <a:r>
              <a:rPr lang="ru-RU" dirty="0"/>
              <a:t>идет от корня и помечает объекты как достижимые. Все недостижимые будут удалены.</a:t>
            </a:r>
          </a:p>
          <a:p>
            <a:r>
              <a:rPr lang="ru-RU" dirty="0"/>
              <a:t>Объекты делятся на "старые" и "новые", проверяются с разной частотой.</a:t>
            </a:r>
          </a:p>
          <a:p>
            <a:r>
              <a:rPr lang="ru-RU" dirty="0"/>
              <a:t>Обычно лексическое окружение очищается и удаляется после того, как функция выполнилась. Объект лексического окружения </a:t>
            </a:r>
            <a:r>
              <a:rPr lang="en-US" dirty="0"/>
              <a:t>[[Environment]]</a:t>
            </a:r>
            <a:r>
              <a:rPr lang="ru-RU" dirty="0"/>
              <a:t> умирает, когда становится недоступным (как и любой другой объект). Другими словами, он существует только до того момента, пока есть хотя бы одна вложенная функция, которая ссылается на него.</a:t>
            </a:r>
          </a:p>
          <a:p>
            <a:r>
              <a:rPr lang="ru-RU" dirty="0"/>
              <a:t>В теории, пока функция жива, все внешние переменные тоже сохраняются.</a:t>
            </a:r>
          </a:p>
          <a:p>
            <a:r>
              <a:rPr lang="ru-RU" dirty="0"/>
              <a:t>Но на практике движки JavaScript пытаются это оптимизировать. Они анализируют использование переменных и, если легко по коду понять, что внешняя переменная не используется – она удаляется.</a:t>
            </a:r>
          </a:p>
          <a:p>
            <a:r>
              <a:rPr lang="ru-RU" dirty="0"/>
              <a:t>Влияет на значения переменных при отладке.</a:t>
            </a:r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Другая 1">
      <a:dk1>
        <a:srgbClr val="141414"/>
      </a:dk1>
      <a:lt1>
        <a:srgbClr val="FFFFFF"/>
      </a:lt1>
      <a:dk2>
        <a:srgbClr val="002060"/>
      </a:dk2>
      <a:lt2>
        <a:srgbClr val="00B7FF"/>
      </a:lt2>
      <a:accent1>
        <a:srgbClr val="CF8CDC"/>
      </a:accent1>
      <a:accent2>
        <a:srgbClr val="35B16D"/>
      </a:accent2>
      <a:accent3>
        <a:srgbClr val="BEDE58"/>
      </a:accent3>
      <a:accent4>
        <a:srgbClr val="769AEA"/>
      </a:accent4>
      <a:accent5>
        <a:srgbClr val="EEA358"/>
      </a:accent5>
      <a:accent6>
        <a:srgbClr val="598F95"/>
      </a:accent6>
      <a:hlink>
        <a:srgbClr val="0070C0"/>
      </a:hlink>
      <a:folHlink>
        <a:srgbClr val="7030A0"/>
      </a:folHlink>
    </a:clrScheme>
    <a:fontScheme name="Teamscore">
      <a:majorFont>
        <a:latin typeface="Rawline SemiBold"/>
        <a:ea typeface=""/>
        <a:cs typeface=""/>
      </a:majorFont>
      <a:minorFont>
        <a:latin typeface="Rawline"/>
        <a:ea typeface=""/>
        <a:cs typeface="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0F712BFA97D34087CB680683BA5EA0" ma:contentTypeVersion="7" ma:contentTypeDescription="Создание документа." ma:contentTypeScope="" ma:versionID="b672df4cf717814188d7b5d533b8fdb7">
  <xsd:schema xmlns:xsd="http://www.w3.org/2001/XMLSchema" xmlns:xs="http://www.w3.org/2001/XMLSchema" xmlns:p="http://schemas.microsoft.com/office/2006/metadata/properties" xmlns:ns2="9f70573d-11ac-4912-b01a-109087d151f5" targetNamespace="http://schemas.microsoft.com/office/2006/metadata/properties" ma:root="true" ma:fieldsID="0f53d06d25aa28179db5084bd02b4c1a" ns2:_="">
    <xsd:import namespace="9f70573d-11ac-4912-b01a-109087d15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0573d-11ac-4912-b01a-109087d15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420F0F-0EE8-4507-9E46-C69888F8A2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70573d-11ac-4912-b01a-109087d15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E8EAEB7-6DC6-4A85-97BE-0E93CAD87645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9f70573d-11ac-4912-b01a-109087d151f5"/>
  </ds:schemaRefs>
</ds:datastoreItem>
</file>

<file path=customXml/itemProps3.xml><?xml version="1.0" encoding="utf-8"?>
<ds:datastoreItem xmlns:ds="http://schemas.openxmlformats.org/officeDocument/2006/customXml" ds:itemID="{B2914701-0229-4275-B44A-A50EA9D882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7158</TotalTime>
  <Words>1988</Words>
  <Application>Microsoft Office PowerPoint</Application>
  <PresentationFormat>Широкоэкранный</PresentationFormat>
  <Paragraphs>231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2" baseType="lpstr">
      <vt:lpstr>Aptos</vt:lpstr>
      <vt:lpstr>Arial</vt:lpstr>
      <vt:lpstr>Calibri</vt:lpstr>
      <vt:lpstr>Consolas</vt:lpstr>
      <vt:lpstr>Courier New</vt:lpstr>
      <vt:lpstr>Rawline</vt:lpstr>
      <vt:lpstr>Rawline SemiBold</vt:lpstr>
      <vt:lpstr>Wingdings</vt:lpstr>
      <vt:lpstr>Окаймление</vt:lpstr>
      <vt:lpstr>Java11 – Основы JavaScript</vt:lpstr>
      <vt:lpstr>Отладка в браузере</vt:lpstr>
      <vt:lpstr>LocalStorage, SessionStorage</vt:lpstr>
      <vt:lpstr>Функция-конструктор</vt:lpstr>
      <vt:lpstr>Классы</vt:lpstr>
      <vt:lpstr>Строгий режим</vt:lpstr>
      <vt:lpstr>Проверка существования свойства</vt:lpstr>
      <vt:lpstr>Порядок свойств</vt:lpstr>
      <vt:lpstr>Целочисленные свойства</vt:lpstr>
      <vt:lpstr>Сравнение объектов</vt:lpstr>
      <vt:lpstr>Клонирование и объединение объектов</vt:lpstr>
      <vt:lpstr>Оператор расширения (spread)</vt:lpstr>
      <vt:lpstr>Деструктуризация</vt:lpstr>
      <vt:lpstr>Остаточные параметры</vt:lpstr>
      <vt:lpstr>Arguments</vt:lpstr>
      <vt:lpstr>Оператор расширения</vt:lpstr>
      <vt:lpstr>Callback (колбэк, обратный вызов)</vt:lpstr>
      <vt:lpstr>Локальные, внешние и глобальные переменные</vt:lpstr>
      <vt:lpstr>Видимость переменных. Помни о let!</vt:lpstr>
      <vt:lpstr>Контекст выполнения. Стек</vt:lpstr>
      <vt:lpstr>Лексическое окружение. Замыкание</vt:lpstr>
      <vt:lpstr>Счетчик на замыканиях</vt:lpstr>
      <vt:lpstr>Сборка мусора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Java</dc:title>
  <dc:creator>Анастасия Коробецкая</dc:creator>
  <cp:lastModifiedBy>Анастасия Коробецкая</cp:lastModifiedBy>
  <cp:revision>302</cp:revision>
  <dcterms:created xsi:type="dcterms:W3CDTF">2022-11-07T10:23:53Z</dcterms:created>
  <dcterms:modified xsi:type="dcterms:W3CDTF">2026-02-25T11:28:58Z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0x0101000B0F712BFA97D34087CB680683BA5EA0</vt:lpwstr>
  </property>
</Properties>
</file>